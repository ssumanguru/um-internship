
<file path=[Content_Types].xml><?xml version="1.0" encoding="utf-8"?>
<Types xmlns="http://schemas.openxmlformats.org/package/2006/content-types">
  <Default Extension="xml" ContentType="application/xml"/>
  <Default Extension="fntdata" ContentType="application/x-fontdata"/>
  <Default Extension="png" ContentType="image/png"/>
  <Default Extension="rels" ContentType="application/vnd.openxmlformats-package.relationships+xml"/>
  <Override PartName="/ppt/slides/slide2.xml" ContentType="application/vnd.openxmlformats-officedocument.presentationml.slide+xml"/>
  <Override PartName="/ppt/presentation.xml" ContentType="application/vnd.openxmlformats-officedocument.presentationml.presentation.main+xml"/>
  <Override PartName="/ppt/slides/slide5.xml" ContentType="application/vnd.openxmlformats-officedocument.presentationml.slide+xml"/>
  <Override PartName="/ppt/ink/ink4.xml" ContentType="application/inkml+xml"/>
  <Override PartName="/ppt/slidemasters/slidemaster1.xml" ContentType="application/vnd.openxmlformats-officedocument.presentationml.slideMaster+xml"/>
  <Override PartName="/ppt/slides/slide1.xml" ContentType="application/vnd.openxmlformats-officedocument.presentationml.slide+xml"/>
  <Override PartName="/docprops/core.xml" ContentType="application/vnd.openxmlformats-package.core-properties+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s/slide13.xml" ContentType="application/vnd.openxmlformats-officedocument.presentationml.slide+xml"/>
  <Override PartName="/ppt/slidelayouts/slidelayout9.xml" ContentType="application/vnd.openxmlformats-officedocument.presentationml.slideLayout+xml"/>
  <Override PartName="/ppt/slides/slide14.xml" ContentType="application/vnd.openxmlformats-officedocument.presentationml.slide+xml"/>
  <Override PartName="/ppt/slidelayouts/slidelayout8.xml" ContentType="application/vnd.openxmlformats-officedocument.presentationml.slideLayout+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layouts/slidelayout10.xml" ContentType="application/vnd.openxmlformats-officedocument.presentationml.slideLayout+xml"/>
  <Override PartName="/ppt/slidelayouts/slidelayout5.xml" ContentType="application/vnd.openxmlformats-officedocument.presentationml.slideLayout+xml"/>
  <Override PartName="/ppt/slides/slide18.xml" ContentType="application/vnd.openxmlformats-officedocument.presentationml.slide+xml"/>
  <Override PartName="/ppt/notesmasters/notesmaster1.xml" ContentType="application/vnd.openxmlformats-officedocument.presentationml.notesMaster+xml"/>
  <Override PartName="/ppt/notesslides/notesslide2.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notesslides/notesslide14.xml" ContentType="application/vnd.openxmlformats-officedocument.presentationml.notesSlide+xml"/>
  <Override PartName="/ppt/theme/theme1.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1.xml" ContentType="application/vnd.openxmlformats-officedocument.presentationml.slideLayout+xml"/>
  <Override PartName="/ppt/slidelayouts/slidelayout4.xml" ContentType="application/vnd.openxmlformats-officedocument.presentationml.slideLayout+xml"/>
  <Override PartName="/ppt/slidelayouts/slidelayout13.xml" ContentType="application/vnd.openxmlformats-officedocument.presentationml.slideLayout+xml"/>
  <Override PartName="/ppt/slidelayouts/slidelayout6.xml" ContentType="application/vnd.openxmlformats-officedocument.presentationml.slideLayout+xml"/>
  <Override PartName="/ppt/slidelayouts/slidelayout12.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ink/ink1.xml" ContentType="application/inkml+xml"/>
  <Override PartName="/ppt/notesslides/notesslide9.xml" ContentType="application/vnd.openxmlformats-officedocument.presentationml.notesSlide+xml"/>
  <Override PartName="/ppt/ink/ink2.xml" ContentType="application/inkml+xml"/>
  <Override PartName="/ppt/notesslides/notesslide8.xml" ContentType="application/vnd.openxmlformats-officedocument.presentationml.notesSlide+xml"/>
  <Override PartName="/ppt/ink/ink3.xml" ContentType="application/inkml+xml"/>
  <Override PartName="/ppt/ink/ink5.xml" ContentType="application/inkml+xml"/>
  <Override PartName="/ppt/ink/ink6.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p:sldMasterIdLst>
    <p:sldMasterId id="2147483648" r:id="rId1"/>
  </p:sldMasterIdLst>
  <p:notesMasterIdLst>
    <p:notesMasterId r:id="rId2"/>
  </p:notesMasterIdLst>
  <p:sldIdLst>
    <p:sldId id="256" r:id="rId3"/>
    <p:sldId id="277" r:id="rId4"/>
    <p:sldId id="258" r:id="rId5"/>
    <p:sldId id="263" r:id="rId6"/>
    <p:sldId id="264" r:id="rId7"/>
    <p:sldId id="265" r:id="rId8"/>
    <p:sldId id="267" r:id="rId9"/>
    <p:sldId id="266" r:id="rId10"/>
    <p:sldId id="268" r:id="rId11"/>
    <p:sldId id="270" r:id="rId12"/>
    <p:sldId id="271" r:id="rId13"/>
    <p:sldId id="272" r:id="rId14"/>
    <p:sldId id="279" r:id="rId15"/>
    <p:sldId id="274" r:id="rId16"/>
    <p:sldId id="275" r:id="rId17"/>
    <p:sldId id="276" r:id="rId18"/>
    <p:sldId id="262" r:id="rId19"/>
  </p:sldIdLst>
  <p:sldSz cx="12192000" cy="6858000"/>
  <p:notesSz cx="6858000" cy="9144000"/>
  <p:defaultTextStyle>
    <a:defPPr marR="0" algn="l" rtl="0">
      <a:lnSpc>
        <a:spcPct val="100000"/>
      </a:lnSpc>
      <a:spcBef>
        <a:spcPts val="0"/>
      </a:spcBef>
      <a:spcAft>
        <a:spcPts val="0"/>
      </a:spcAft>
    </a:defPPr>
    <a:lvl1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876" y="72"/>
      </p:cViewPr>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 Type="http://schemas.openxmlformats.org/officeDocument/2006/relationships/notesMaster" Target="notesMasters/notesMaster1.xml"/><Relationship Id="rId20" Type="http://schemas.openxmlformats.org/officeDocument/2006/relationships/tableStyles" Target="tableStyles.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s>
</file>

<file path=ppt/ink/ink1.xml><?xml version="1.0" encoding="utf-8"?>
<inkml:ink xmlns:inkml="http://www.w3.org/2003/InkML">
  <inkml:definitions>
    <inkml:brush xml:id="br0">
      <inkml:brushProperty name="width" value="0.300000" units="cm"/>
      <inkml:brushProperty name="height" value="0.600000" units="cm"/>
      <inkml:brushProperty name="color" value="#0168FF"/>
      <inkml:brushProperty name="tip" value="rectangle"/>
      <inkml:brushProperty name="rasterOp" value="maskPen"/>
      <inkml:brushProperty name="ignorePressure" value="1"/>
    </inkml:brush>
    <inkml:context xml:id="ctx0">
      <inkml:inkSource xml:id="inkSrc0">
        <inkml:traceFormat>
          <inkml:channel name="X" type="integer" min="-2147480000" max="2147480000" units="cm"/>
          <inkml:channel name="Y" type="integer" min="-2147480000" max="2147480000" units="cm"/>
        </inkml:traceFormat>
        <inkml:channelProperties>
          <inkml:channelProperty channel="X" name="resolution" value="1000.000000" units="1/cm"/>
          <inkml:channelProperty channel="Y" name="resolution" value="1000.000000" units="1/cm"/>
        </inkml:channelProperties>
      </inkml:inkSource>
      <inkml:timestamp xml:id="ts0" timeString="2024-02-04T04:29:08.278"/>
    </inkml:context>
  </inkml:definitions>
  <inkml:trace contextRef="#ctx0" brushRef="#br0">550 784, '3 '-1, "1 "-1, -1 1, 0 -1, 1 0, -1 0, 0 0, 0 -1, 0 1, 0 -1, -1 1, 1 -1, -1 0, 1 0, 3 -6, 0 1, 116 -166, 15 -16, -137 189, 19 -23, -18 23, 0 1, -1 -1, 1 0, 0 0, -1 0, 1 0, -1 0, 1 0, -1 0, 1 0, -1 0, 0 0, 0 0, 1 0, -1 0, 0 0, 0 0, 0 0, 0 0, 0 0, 0 0, 0 -1, -1 -1, 0 3, 0 0, 1 0, -1 0, 0 0, 1 0, -1 0, 0 0, 0 0, 1 0, -1 0, 0 0, 1 0, -1 0, 0 1, 1 -1, -1 0, 0 0, 1 1, -1 -1, 0 1, 1 -1, -1 0, 1 1, -1 -1, 1 1, -1 -1, 0 2, -19 18, 17 -16, -76 94, 52 -60, -39 38, 26 -34, 22 -21, -2 0, -1 -2, -34 26, 55 -44, -1 -1, 1 1, -1 0, 0 -1, 1 1, -1 -1, 0 1, 1 -1, -1 1, 0 -1, 0 1, 0 -1, 1 0, -1 0, 0 1, 0 -1, 0 0, 0 0, 0 0, 1 0, -1 0, 0 0, 0 0, 0 0, 0 0, 0 0, 1 0, -1 -1, 0 1, -1 -1, 2 0, -1 -1, 1 1, 0 -1, 0 1, 0 -1, 0 1, 0 -1, 0 1, 0 -1, 1 1, -1 -1, 0 1, 1 -1, -1 1, 2 -2, 28 -58, -3 22, 3 0, 39 -40, 39 -51, -84 97, -20 28, -16 21, -2 -1, -1 -1, 0 0, 0 0, -36 21, 9 -4, -207 177, 233 -196, 19 -20, 22 -25, 59 -65, -29 32, 86 -80, -65 81, -257 226, -134 127, 293 -268, -1 -1, -26 17, -7 5, 40 -31, 20 -21, 25 -25, 263 -247, 24 22, -240 200, 96 -87, -157 130, -11 12, -11 11, -269 244, -126 104, 311 -271, -21 15, 8 -14, 205 -201, 30 -19, 253 -201, -360 322, -28 23, -37 31, -256 203, 256 -209, -3 3, 0 -2, -71 38, 87 -57</inkml:trace>
</inkml:ink>
</file>

<file path=ppt/ink/ink2.xml><?xml version="1.0" encoding="utf-8"?>
<inkml:ink xmlns:inkml="http://www.w3.org/2003/InkML">
  <inkml:definitions>
    <inkml:brush xml:id="br0">
      <inkml:brushProperty name="width" value="0.300000" units="cm"/>
      <inkml:brushProperty name="height" value="0.600000" units="cm"/>
      <inkml:brushProperty name="color" value="#0168FF"/>
      <inkml:brushProperty name="tip" value="rectangle"/>
      <inkml:brushProperty name="rasterOp" value="maskPen"/>
      <inkml:brushProperty name="ignorePressure" value="1"/>
    </inkml:brush>
    <inkml:context xml:id="ctx0">
      <inkml:inkSource xml:id="inkSrc0">
        <inkml:traceFormat>
          <inkml:channel name="X" type="integer" min="-2147480000" max="2147480000" units="cm"/>
          <inkml:channel name="Y" type="integer" min="-2147480000" max="2147480000" units="cm"/>
        </inkml:traceFormat>
        <inkml:channelProperties>
          <inkml:channelProperty channel="X" name="resolution" value="1000.000000" units="1/cm"/>
          <inkml:channelProperty channel="Y" name="resolution" value="1000.000000" units="1/cm"/>
        </inkml:channelProperties>
      </inkml:inkSource>
      <inkml:timestamp xml:id="ts0" timeString="2024-02-04T04:29:12.059"/>
    </inkml:context>
  </inkml:definitions>
  <inkml:trace contextRef="#ctx0" brushRef="#br0">1 536, '2 '-7, "1 "1, 0 -1, 0 1, 0 0, 1 0, 0 0, 0 0, 1 0, -1 1, 1 0, 6 -5, 7 -9, 240 -275, -258 294, 0 0, 0 0, 0 0, 0 1, 0 -1, 0 0, 0 0, 0 0, 1 0, -1 0, 0 0, 0 0, 0 0, 0 0, 0 0, 0 0, 0 0, 0 0, 0 0, 0 0, 0 0, 0 0, 1 0, -1 0, 0 0, 0 0, 0 0, 0 0, 0 0, 0 0, 0 0, 0 0, 0 0, 0 0, 0 0, 1 0, -1 0, 0 0, 0 0, 0 0, 0 0, 0 0, 0 0, 0 0, 0 0, 0 0, 0 -1, 0 1, 0 0, 0 0, -3 13, -11 16, -11 5, -2 -2, -57 53, 57 -58, 17 -18, 0 -1, 0 0, -1 -1, 0 0, -1 0, -12 4, 24 -11, 0 0, 0 0, 0 0, 0 1, 0 -1, 0 0, -1 0, 1 0, 0 0, 0 0, 0 -1, 0 1, 0 0, 0 0, 0 0, 0 0, -1 0, 1 0, 0 0, 0 0, 0 0, 0 0, 0 0, 0 0, 0 0, 0 0, 0 0, -1 0, 1 -1, 0 1, 0 0, 0 0, 0 0, 0 0, 0 0, 0 0, 0 0, 0 0, 0 -1, 0 1, 0 0, 0 0, 0 0, 0 0, 0 0, 0 0, 0 0, 0 -1, 0 1, 0 0, 0 0, 0 0, 0 0, 0 0, 0 0, 0 0, 0 0, 0 -1, 1 1, -1 0, 0 0, 0 0, 0 0, 0 0, 0 0, 6 -15, 11 -16, 23 -23, 61 -67, -77 95, 57 -54, -173 143, 58 -36, 13 -10, 0 -1, -32 19, 53 -35, 0 0, 0 0, 0 0, 0 -1, 0 1, 0 0, 0 0, 0 0, 0 0, 0 0, 0 0, 0 -1, 0 1, 0 0, 0 0, 0 0, 0 0, 0 0, 0 -1, 0 1, 0 0, 0 0, 0 0, 0 0, 0 0, -1 0, 1 -1, 0 1, 0 0, 0 0, 0 0, 0 0, 0 0, 0 0, 0 0, -1 0, 1 0, 0 0, 0 -1, 0 1, 0 0, 0 0, 0 0, -1 0, 1 0, 0 0, 0 0, 0 0, 0 0, 0 0, 0 0, -1 0, 1 0, 0 0, 0 0, 0 0, 0 0, 0 1, -1 -1, 1 0, 0 0, 0 0, 0 0, 0 0, 0 0, 0 0, 8 -19, 17 -20, 21 -16, 77 -72, -119 122, -6 4</inkml:trace>
</inkml:ink>
</file>

<file path=ppt/ink/ink3.xml><?xml version="1.0" encoding="utf-8"?>
<inkml:ink xmlns:inkml="http://www.w3.org/2003/InkML">
  <inkml:definitions>
    <inkml:brush xml:id="br0">
      <inkml:brushProperty name="width" value="0.300000" units="cm"/>
      <inkml:brushProperty name="height" value="0.600000" units="cm"/>
      <inkml:brushProperty name="color" value="#0168FF"/>
      <inkml:brushProperty name="tip" value="rectangle"/>
      <inkml:brushProperty name="rasterOp" value="maskPen"/>
      <inkml:brushProperty name="ignorePressure" value="1"/>
    </inkml:brush>
    <inkml:context xml:id="ctx0">
      <inkml:inkSource xml:id="inkSrc0">
        <inkml:traceFormat>
          <inkml:channel name="X" type="integer" min="-2147480000" max="2147480000" units="cm"/>
          <inkml:channel name="Y" type="integer" min="-2147480000" max="2147480000" units="cm"/>
        </inkml:traceFormat>
        <inkml:channelProperties>
          <inkml:channelProperty channel="X" name="resolution" value="1000.000000" units="1/cm"/>
          <inkml:channelProperty channel="Y" name="resolution" value="1000.000000" units="1/cm"/>
        </inkml:channelProperties>
      </inkml:inkSource>
      <inkml:timestamp xml:id="ts0" timeString="2024-02-04T04:29:16.092"/>
    </inkml:context>
  </inkml:definitions>
  <inkml:trace contextRef="#ctx0" brushRef="#br0">394 1048, '3 '-8, "-1 "0, 1 0, 0 0, 0 0, 1 1, 0 -1, 0 1, 1 0, 0 0, 9 -8, -1 -3, -3 5, 1 1, 0 1, 1 0, 13 -11, -103 87, 54 -44, 1 -1, -2 0, -1 -3, -51 28, 67 -40, 6 -2, -1 -1, 1 1, -1 -1, 0 0, 0 -1, 0 1, 1 -1, -1 0, -1 0, 1 0, 0 -1, -7 0, 12 -1, 0 0, 0 0, 0 0, 1 0, -1 0, 0 1, 0 -1, 0 0, 1 0, -1 0, 1 0, -1 0, 0 1, 1 -1, -1 0, 1 0, 0 0, -1 1, 1 -1, 0 1, -1 -1, 1 0, 0 1, 1 -1, 22 -23, -22 23, 189 -155, -144 117, 2 1, 60 -34, -88 62, -26 18, -31 20, -17 6, -99 71, 105 -70, -1 -1, -1 -3, -2 -3, -1 -1, -97 35, 149 -63, 0 1, 0 0, 0 0, 0 0, 0 0, 0 0, 0 -1, 0 1, 0 0, 0 0, 0 0, 0 0, 0 -1, 0 1, 0 0, 0 0, 0 0, 0 0, 0 0, 0 -1, 0 1, 0 0, -1 0, 1 0, 0 0, 0 0, 0 0, 0 -1, 0 1, 0 0, 0 0, -1 0, 1 0, 0 0, 0 0, 0 0, 0 0, 0 0, 0 0, -1 0, 1 -1, 0 1, 0 0, 0 0, 0 0, -1 0, 1 0, 0 0, 0 0, 0 0, 0 0, 0 1, -1 -1, 1 0, 0 0, 0 0, 0 0, 17 -20, 28 -21, 280 -193, -287 207, -2 -3, -1 -1, 36 -41, -37 50, -24 22, -18 18, -22 20, -1 -1, -73 63, 27 -27, 42 -41, -50 35, -16 15, 84 -71, 14 -19, 20 -27, 21 -6, 2 1, 1 2, 3 2, 63 -42, -71 52, 44 -38, 124 -127, -187 176, 0 1, 33 -21, 27 -22, 144 -164, -184 182, -1 -2, 37 -55, -60 82, -12 19, -18 29, -114 134, 93 -121, -51 50, -29 36, -44 110, 148 -224</inkml:trace>
</inkml:ink>
</file>

<file path=ppt/ink/ink4.xml><?xml version="1.0" encoding="utf-8"?>
<inkml:ink xmlns:inkml="http://www.w3.org/2003/InkML">
  <inkml:definitions>
    <inkml:brush xml:id="br0">
      <inkml:brushProperty name="width" value="0.300000" units="cm"/>
      <inkml:brushProperty name="height" value="0.600000" units="cm"/>
      <inkml:brushProperty name="color" value="#0168FF"/>
      <inkml:brushProperty name="tip" value="rectangle"/>
      <inkml:brushProperty name="rasterOp" value="maskPen"/>
      <inkml:brushProperty name="ignorePressure" value="1"/>
    </inkml:brush>
    <inkml:context xml:id="ctx0">
      <inkml:inkSource xml:id="inkSrc0">
        <inkml:traceFormat>
          <inkml:channel name="X" type="integer" min="-2147480000" max="2147480000" units="cm"/>
          <inkml:channel name="Y" type="integer" min="-2147480000" max="2147480000" units="cm"/>
        </inkml:traceFormat>
        <inkml:channelProperties>
          <inkml:channelProperty channel="X" name="resolution" value="1000.000000" units="1/cm"/>
          <inkml:channelProperty channel="Y" name="resolution" value="1000.000000" units="1/cm"/>
        </inkml:channelProperties>
      </inkml:inkSource>
      <inkml:timestamp xml:id="ts0" timeString="2024-02-04T04:29:19.175"/>
    </inkml:context>
  </inkml:definitions>
  <inkml:trace contextRef="#ctx0" brushRef="#br0">562 509, '1 '-5, "1 "-1, 0 1, -1 0, 2 0, -1 0, 1 1, -1 -1, 1 0, 6 -6, 10 -19, -2 -7, -5 8, 1 0, 2 1, 1 1, 0 0, 40 -46, -31 37, -22 31, 0 -1, 0 1, 1 0, 0 1, 0 -1, 8 -7, -39 69, -105 169, 132 -225, 0 0, -1 0, 1 0, -1 -1, 1 1, -1 0, 1 0, -1 0, 0 0, 1 -1, -1 1, 0 0, 0 0, 1 -1, -1 1, 0 -1, 0 1, 0 -1, 0 1, 0 -1, 0 0, -2 1, 0 -20, 14 -37, -1 18, 1 0, 2 1, 2 0, 30 -55, -33 78, -11 20, -16 30, -37 24, 36 -44, 2 0, -20 29, 26 -32, 5 -14, 8 -26, 19 -44, 31 -44, -119 228, -53 90, 96 -174, 20 -28, 0 0, 1 1, -1 -1, 0 0, -1 0, 1 1, 0 -1, 0 0, 0 0, -1 0, 1 0, -1 -1, 1 1, 0 0, -1 -1, 1 1, -1 0, -2 -1, 4 -1, -1 0, 1 0, 0 0, -1 0, 1 0, 0 0, 0 0, 0 0, 0 0, 0 0, 0 0, 0 -1, 0 1, 1 0, -1 0, 0 0, 0 0, 1 0, 0 -2, 10 -27, -10 28, 17 -44, 2 0, 2 1, 2 1, 51 -71, -26 62, -62 69, 1 1, 1 1, 1 -1, -11 26, -10 17, 8 -20, -2 -1, -2 -1, -1 -2, -2 0, -46 41, -162 164, 193 -194, -20 22, 35 -37</inkml:trace>
</inkml:ink>
</file>

<file path=ppt/ink/ink5.xml><?xml version="1.0" encoding="utf-8"?>
<inkml:ink xmlns:inkml="http://www.w3.org/2003/InkML">
  <inkml:definitions>
    <inkml:brush xml:id="br0">
      <inkml:brushProperty name="width" value="0.300000" units="cm"/>
      <inkml:brushProperty name="height" value="0.600000" units="cm"/>
      <inkml:brushProperty name="color" value="#0168FF"/>
      <inkml:brushProperty name="tip" value="rectangle"/>
      <inkml:brushProperty name="rasterOp" value="maskPen"/>
      <inkml:brushProperty name="ignorePressure" value="1"/>
    </inkml:brush>
    <inkml:context xml:id="ctx0">
      <inkml:inkSource xml:id="inkSrc0">
        <inkml:traceFormat>
          <inkml:channel name="X" type="integer" min="-2147480000" max="2147480000" units="cm"/>
          <inkml:channel name="Y" type="integer" min="-2147480000" max="2147480000" units="cm"/>
        </inkml:traceFormat>
        <inkml:channelProperties>
          <inkml:channelProperty channel="X" name="resolution" value="1000.000000" units="1/cm"/>
          <inkml:channelProperty channel="Y" name="resolution" value="1000.000000" units="1/cm"/>
        </inkml:channelProperties>
      </inkml:inkSource>
      <inkml:timestamp xml:id="ts0" timeString="2024-02-04T04:29:22.158"/>
    </inkml:context>
  </inkml:definitions>
  <inkml:trace contextRef="#ctx0" brushRef="#br0">1 1356, '0 '-2, "1 "0, -1 0, 1 0, 0 0, 0 0, 0 0, 0 0, 0 1, 0 -1, 0 0, 0 1, 1 -1, -1 1, 1 -1, -1 1, 3 -2, 33 -23, -21 15, 49 -43, 87 -94, -68 62, -66 71, 0 1, 30 -19, -27 19, 36 -29, 94 -89, 101 -100, -229 211, 50 -34, 6 -6, 10 -26, -59 56, 1 1, 1 1, 44 -29, -49 38, 0 -1, 23 -24, -1 2, -30 27</inkml:trace>
</inkml:ink>
</file>

<file path=ppt/ink/ink6.xml><?xml version="1.0" encoding="utf-8"?>
<inkml:ink xmlns:inkml="http://www.w3.org/2003/InkML">
  <inkml:definitions>
    <inkml:brush xml:id="br0">
      <inkml:brushProperty name="width" value="0.300000" units="cm"/>
      <inkml:brushProperty name="height" value="0.600000" units="cm"/>
      <inkml:brushProperty name="color" value="#0168FF"/>
      <inkml:brushProperty name="tip" value="rectangle"/>
      <inkml:brushProperty name="rasterOp" value="maskPen"/>
      <inkml:brushProperty name="ignorePressure" value="1"/>
    </inkml:brush>
    <inkml:context xml:id="ctx0">
      <inkml:inkSource xml:id="inkSrc0">
        <inkml:traceFormat>
          <inkml:channel name="X" type="integer" min="-2147480000" max="2147480000" units="cm"/>
          <inkml:channel name="Y" type="integer" min="-2147480000" max="2147480000" units="cm"/>
        </inkml:traceFormat>
        <inkml:channelProperties>
          <inkml:channelProperty channel="X" name="resolution" value="1000.000000" units="1/cm"/>
          <inkml:channelProperty channel="Y" name="resolution" value="1000.000000" units="1/cm"/>
        </inkml:channelProperties>
      </inkml:inkSource>
      <inkml:timestamp xml:id="ts0" timeString="2024-02-04T04:29:24.374"/>
    </inkml:context>
  </inkml:definitions>
  <inkml:trace contextRef="#ctx0" brushRef="#br0">0 1276, '2 '-6, "1 "0, -1 0, 1 0, 0 0, 1 1, 0 -1, -1 1, 2 0, -1 0, 0 0, 1 1, 7 -6, 2 -3, 186 -214, -92 102, 160 -144, -114 120, -112 106, -12 12, 1 0, 2 2, 42 -29, -43 35, 39 -35, -41 31, 39 -26, 1 3, -50 36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p:bgPr>
    </p:bg>
    <p:spTree>
      <p:nvGrpSpPr>
        <p:cNvPr id="1" name=""/>
        <p:cNvGrpSpPr/>
        <p:nvPr/>
      </p:nvGrpSpPr>
      <p:grpSpPr>
        <a:xfrm>
          <a:off x="0" y="0"/>
          <a:ext cx="0" cy="0"/>
          <a:chOff x="0" y="0"/>
          <a:chExt cx="0" cy="0"/>
        </a:xfrm>
      </p:grpSpPr>
      <p:sp>
        <p:nvSpPr>
          <p:cNvPr id="3" name="Google Shape;3;n"/>
          <p:cNvSpPr>
            <a:spLocks noGrp="1" noEditPoints="1"/>
          </p:cNvSpPr>
          <p:nvPr>
            <p:ph type="hdr" idx="2"/>
          </p:nvPr>
        </p:nvSpPr>
        <p:spPr>
          <a:xfrm>
            <a:off x="0" y="0"/>
            <a:ext cx="2971800" cy="458788"/>
          </a:xfrm>
          <a:prstGeom prst="rect">
            <a:avLst/>
          </a:prstGeom>
          <a:noFill/>
          <a:ln>
            <a:noFill/>
          </a:ln>
        </p:spPr>
        <p:txBody>
          <a:bodyPr wrap="square" lIns="91425" tIns="45700" rIns="91425" bIns="45700" anchor="t">
            <a:noAutofit/>
          </a:bodyPr>
          <a:lstStyle>
            <a:lvl1pPr marR="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4" name="Google Shape;4;n"/>
          <p:cNvSpPr>
            <a:spLocks noGrp="1" noEditPoints="1"/>
          </p:cNvSpPr>
          <p:nvPr>
            <p:ph type="dt" idx="10"/>
          </p:nvPr>
        </p:nvSpPr>
        <p:spPr>
          <a:xfrm>
            <a:off x="3884613" y="0"/>
            <a:ext cx="2971800" cy="458788"/>
          </a:xfrm>
          <a:prstGeom prst="rect">
            <a:avLst/>
          </a:prstGeom>
          <a:noFill/>
          <a:ln>
            <a:noFill/>
          </a:ln>
        </p:spPr>
        <p:txBody>
          <a:bodyPr wrap="square" lIns="91425" tIns="45700" rIns="91425" bIns="45700" anchor="t">
            <a:noAutofit/>
          </a:bodyPr>
          <a:lstStyle>
            <a:lvl1pPr marR="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5" name="Google Shape;5;n"/>
          <p:cNvSpPr>
            <a:spLocks noGrp="1" noRot="1" noChangeAspect="1" noEditPoints="1"/>
          </p:cNvSpPr>
          <p:nvPr>
            <p:ph type="sldImg" idx="3"/>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a:noFill/>
          <a:ln w="12700" cap="flat" cmpd="sng">
            <a:solidFill>
              <a:srgbClr val="000000"/>
            </a:solidFill>
            <a:prstDash val="solid"/>
            <a:round/>
            <a:headEnd type="none" w="sm" len="sm"/>
            <a:tailEnd type="none" w="sm" len="sm"/>
          </a:ln>
        </p:spPr>
        <p:txBody>
          <a:bodyPr/>
          <a:lstStyle/>
          <a:p/>
        </p:txBody>
      </p:sp>
      <p:sp>
        <p:nvSpPr>
          <p:cNvPr id="6" name="Google Shape;6;n"/>
          <p:cNvSpPr>
            <a:spLocks noGrp="1" noEditPoints="1"/>
          </p:cNvSpPr>
          <p:nvPr>
            <p:ph type="body" idx="1"/>
          </p:nvPr>
        </p:nvSpPr>
        <p:spPr>
          <a:xfrm>
            <a:off x="685800" y="4400550"/>
            <a:ext cx="5486400" cy="3600450"/>
          </a:xfrm>
          <a:prstGeom prst="rect">
            <a:avLst/>
          </a:prstGeom>
          <a:noFill/>
          <a:ln>
            <a:noFill/>
          </a:ln>
        </p:spPr>
        <p:txBody>
          <a:bodyPr wrap="square" lIns="91425" tIns="45700" rIns="91425" bIns="45700" anchor="t">
            <a:noAutofit/>
          </a:bodyPr>
          <a:lstStyle>
            <a:lvl1pPr marL="457200" marR="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pPr lvl="0"/>
          </a:p>
        </p:txBody>
      </p:sp>
      <p:sp>
        <p:nvSpPr>
          <p:cNvPr id="7" name="Google Shape;7;n"/>
          <p:cNvSpPr>
            <a:spLocks noGrp="1" noEditPoints="1"/>
          </p:cNvSpPr>
          <p:nvPr>
            <p:ph type="ftr" idx="11"/>
          </p:nvPr>
        </p:nvSpPr>
        <p:spPr>
          <a:xfrm>
            <a:off x="0" y="8685213"/>
            <a:ext cx="2971800" cy="458787"/>
          </a:xfrm>
          <a:prstGeom prst="rect">
            <a:avLst/>
          </a:prstGeom>
          <a:noFill/>
          <a:ln>
            <a:noFill/>
          </a:ln>
        </p:spPr>
        <p:txBody>
          <a:bodyPr wrap="square" lIns="91425" tIns="45700" rIns="91425" bIns="45700" anchor="b">
            <a:noAutofit/>
          </a:bodyPr>
          <a:lstStyle>
            <a:lvl1pPr marR="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p:txBody>
      </p:sp>
      <p:sp>
        <p:nvSpPr>
          <p:cNvPr id="8" name="Google Shape;8;n"/>
          <p:cNvSpPr>
            <a:spLocks noGrp="1" noEditPoints="1"/>
          </p:cNvSpPr>
          <p:nvPr>
            <p:ph type="sldNum" idx="12"/>
          </p:nvPr>
        </p:nvSpPr>
        <p:spPr>
          <a:xfrm>
            <a:off x="3884613" y="8685213"/>
            <a:ext cx="2971800" cy="458787"/>
          </a:xfrm>
          <a:prstGeom prst="rect">
            <a:avLst/>
          </a:prstGeom>
          <a:noFill/>
          <a:ln>
            <a:noFill/>
          </a:ln>
        </p:spPr>
        <p:txBody>
          <a:bodyPr wrap="square" lIns="91425" tIns="45700" rIns="91425" bIns="45700" anchor="b">
            <a:noAutofit/>
          </a:bodyPr>
          <a:lstStyle/>
          <a:p>
            <a:pPr marL="0" marR="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lvl1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 name="Google Shape;187;p1: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188" name="Google Shape;188;p1: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noEditPoints="1"/>
          </p:cNvSpPr>
          <p:nvPr>
            <p:ph type="sldImg"/>
          </p:nvPr>
        </p:nvSpPr>
        <p:spPr>
          <a:xfrm>
            <a:off x="685800" y="1143000"/>
            <a:ext cx="5486400" cy="3086100"/>
          </a:xfrm>
          <a:prstGeom prst="rect">
            <a:avLst/>
          </a:prstGeom>
        </p:spPr>
        <p:txBody>
          <a:bodyPr/>
          <a:lstStyle/>
          <a:p/>
        </p:txBody>
      </p:sp>
      <p:sp>
        <p:nvSpPr>
          <p:cNvPr id="3" name="Text Placeholder 2"/>
          <p:cNvSpPr>
            <a:spLocks noGrp="1" noEditPoints="1"/>
          </p:cNvSpPr>
          <p:nvPr>
            <p:ph type="body" idx="1"/>
          </p:nvPr>
        </p:nvSpPr>
        <p:spPr>
          <a:prstGeom prst="rect">
            <a:avLst/>
          </a:prstGeom>
        </p:spPr>
        <p:txBody>
          <a:bodyPr/>
          <a:lstStyle/>
          <a:p>
            <a:endParaRPr lang="en-US"/>
          </a:p>
        </p:txBody>
      </p:sp>
      <p:sp>
        <p:nvSpPr>
          <p:cNvPr id="4" name="Slide Number Placeholder 3"/>
          <p:cNvSpPr>
            <a:spLocks noGrp="1" noEditPoints="1"/>
          </p:cNvSpPr>
          <p:nvPr>
            <p:ph type="sldNum" idx="12"/>
          </p:nvPr>
        </p:nvSpPr>
        <p:spPr>
          <a:prstGeom prst="rect">
            <a:avLst/>
          </a:prstGeom>
        </p:spPr>
        <p:txBody>
          <a:bodyPr/>
          <a:lstStyle/>
          <a:p>
            <a:fld id="{9E83C2C2-1DB6-4B6B-9553-85F738A2671B}" type="slidenum">
              <a:rPr lang="en-US" smtClean="0"/>
              <a:t>‹#›</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 name="Google Shape;202;p3: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03" name="Google Shape;203;p3: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Google Shape;258;p7:notes"/>
          <p:cNvSpPr>
            <a:spLocks noGrp="1" noEditPoints="1"/>
          </p:cNvSpPr>
          <p:nvPr>
            <p:ph type="body" idx="1"/>
          </p:nvPr>
        </p:nvSpPr>
        <p:spPr>
          <a:xfrm>
            <a:off x="685800" y="4400550"/>
            <a:ext cx="5486400" cy="3600450"/>
          </a:xfrm>
          <a:prstGeom prst="rect">
            <a:avLst/>
          </a:prstGeom>
        </p:spPr>
        <p:txBody>
          <a:bodyPr wrap="square" lIns="91425" tIns="45700" rIns="91425" bIns="45700" anchor="t">
            <a:noAutofit/>
          </a:bodyPr>
          <a:lstStyle/>
          <a:p>
            <a:pPr marL="0" indent="0" algn="l" rtl="0">
              <a:spcBef>
                <a:spcPts val="0"/>
              </a:spcBef>
              <a:spcAft>
                <a:spcPts val="0"/>
              </a:spcAft>
              <a:buNone/>
            </a:pPr>
          </a:p>
        </p:txBody>
      </p:sp>
      <p:sp>
        <p:nvSpPr>
          <p:cNvPr id="259" name="Google Shape;259;p7:notes"/>
          <p:cNvSpPr>
            <a:spLocks noGrp="1" noRot="1" noChangeAspect="1" noEditPoints="1"/>
          </p:cNvSpPr>
          <p:nvPr>
            <p:ph type="sldImg" idx="2"/>
          </p:nvPr>
        </p:nvSpPr>
        <p:spPr>
          <a:xfrm>
            <a:off x="685800" y="1143000"/>
            <a:ext cx="5486400" cy="3086100"/>
          </a:xfrm>
          <a:custGeom>
            <a:avLst/>
            <a:rect l="l" t="t" r="r" b="b"/>
            <a:pathLst>
              <a:path w="120000" h="120000">
                <a:moveTo>
                  <a:pt x="0" y="0"/>
                </a:moveTo>
                <a:lnTo>
                  <a:pt x="120000" y="0"/>
                </a:lnTo>
                <a:lnTo>
                  <a:pt x="120000" y="120000"/>
                </a:lnTo>
                <a:lnTo>
                  <a:pt x="0" y="120000"/>
                </a:lnTo>
                <a:lnTo>
                  <a:pt x="0" y="0"/>
                </a:lnTo>
                <a:close/>
              </a:path>
            </a:pathLst>
          </a:custGeom>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16" name="Google Shape;16;p9"/>
          <p:cNvSpPr>
            <a:spLocks noGrp="1" noEditPoints="1"/>
          </p:cNvSpPr>
          <p:nvPr>
            <p:ph type="ctrTitle"/>
          </p:nvPr>
        </p:nvSpPr>
        <p:spPr>
          <a:xfrm>
            <a:off x="1167493" y="1122363"/>
            <a:ext cx="7096933" cy="2387600"/>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6000"/>
              <a:buFont typeface="Arial" pitchFamily="34" charset="0" panose="020B0604020202020204"/>
              <a:buNone/>
              <a:defRPr sz="60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7" name="Google Shape;17;p9"/>
          <p:cNvSpPr>
            <a:spLocks noGrp="1" noEditPoints="1"/>
          </p:cNvSpPr>
          <p:nvPr>
            <p:ph type="subTitle" idx="1"/>
          </p:nvPr>
        </p:nvSpPr>
        <p:spPr>
          <a:xfrm>
            <a:off x="1167493" y="3602038"/>
            <a:ext cx="9500507" cy="806675"/>
          </a:xfrm>
          <a:prstGeom prst="rect">
            <a:avLst/>
          </a:prstGeom>
          <a:noFill/>
          <a:ln>
            <a:noFill/>
          </a:ln>
        </p:spPr>
        <p:txBody>
          <a:bodyPr wrap="square" lIns="91425" tIns="45700" rIns="91425" bIns="45700" anchor="t">
            <a:noAutofit/>
          </a:bodyPr>
          <a:lstStyle>
            <a:lvl1pPr algn="l">
              <a:lnSpc>
                <a:spcPct val="90000"/>
              </a:lnSpc>
              <a:spcBef>
                <a:spcPts val="1000"/>
              </a:spcBef>
              <a:spcAft>
                <a:spcPts val="0"/>
              </a:spcAft>
              <a:buClr>
                <a:schemeClr val="dk1"/>
              </a:buClr>
              <a:buSzPts val="3200"/>
              <a:buNone/>
              <a:defRPr sz="32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lvl="0"/>
          </a:p>
        </p:txBody>
      </p:sp>
      <p:sp>
        <p:nvSpPr>
          <p:cNvPr id="18" name="Google Shape;18;p9"/>
          <p:cNvSpPr/>
          <p:nvPr/>
        </p:nvSpPr>
        <p:spPr>
          <a:xfrm>
            <a:off x="0" y="4572000"/>
            <a:ext cx="12192000" cy="2286000"/>
          </a:xfrm>
          <a:prstGeom prst="rect">
            <a:avLst/>
          </a:prstGeom>
          <a:solidFill>
            <a:schemeClr val="accent2"/>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9" name="Google Shape;19;p9"/>
          <p:cNvSpPr/>
          <p:nvPr/>
        </p:nvSpPr>
        <p:spPr>
          <a:xfrm>
            <a:off x="583746" y="4960030"/>
            <a:ext cx="1551214" cy="1551214"/>
          </a:xfrm>
          <a:prstGeom prst="ellipse">
            <a:avLst/>
          </a:prstGeom>
          <a:solidFill>
            <a:schemeClr val="dk2"/>
          </a:solidFill>
          <a:ln w="12700" cap="flat" cmpd="sng">
            <a:solidFill>
              <a:srgbClr val="004BBA"/>
            </a:solidFill>
            <a:prstDash val="solid"/>
            <a:miter lim="800000"/>
            <a:headEnd type="none" w="sm" len="sm"/>
            <a:tailEnd type="none" w="sm" len="sm"/>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20" name="Google Shape;20;p9"/>
          <p:cNvSpPr/>
          <p:nvPr/>
        </p:nvSpPr>
        <p:spPr>
          <a:xfrm>
            <a:off x="1" y="4571999"/>
            <a:ext cx="1118508" cy="1118508"/>
          </a:xfrm>
          <a:custGeom>
            <a:av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21" name="Google Shape;21;p9"/>
          <p:cNvSpPr/>
          <p:nvPr/>
        </p:nvSpPr>
        <p:spPr>
          <a:xfrm>
            <a:off x="1" y="5739492"/>
            <a:ext cx="1118508" cy="1118508"/>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nvGrpSpPr>
          <p:cNvPr id="22" name="Google Shape;22;p9"/>
          <p:cNvGrpSpPr/>
          <p:nvPr/>
        </p:nvGrpSpPr>
        <p:grpSpPr>
          <a:xfrm>
            <a:off x="8264427" y="-3419"/>
            <a:ext cx="3927573" cy="3165022"/>
            <a:chOff x="9857014" y="13834"/>
            <a:chExt cx="2334986" cy="1881641"/>
          </a:xfrm>
        </p:grpSpPr>
        <p:sp>
          <p:nvSpPr>
            <p:cNvPr id="23" name="Google Shape;23;p9"/>
            <p:cNvSpPr/>
            <p:nvPr/>
          </p:nvSpPr>
          <p:spPr>
            <a:xfrm rot="-5400000">
              <a:off x="10667433" y="370908"/>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24" name="Google Shape;24;p9"/>
            <p:cNvSpPr/>
            <p:nvPr/>
          </p:nvSpPr>
          <p:spPr>
            <a:xfrm rot="5400000" flipH="1">
              <a:off x="9499940" y="370908"/>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sp>
        <p:nvSpPr>
          <p:cNvPr id="25" name="Google Shape;25;p9"/>
          <p:cNvSpPr/>
          <p:nvPr/>
        </p:nvSpPr>
        <p:spPr>
          <a:xfrm>
            <a:off x="0" y="-1"/>
            <a:ext cx="1167493" cy="1167493"/>
          </a:xfrm>
          <a:custGeom>
            <a:av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26" name="Google Shape;26;p9"/>
          <p:cNvSpPr/>
          <p:nvPr/>
        </p:nvSpPr>
        <p:spPr>
          <a:xfrm>
            <a:off x="11024507" y="4580708"/>
            <a:ext cx="1167493" cy="2277292"/>
          </a:xfrm>
          <a:custGeom>
            <a:avLst/>
            <a:rect l="l" t="t" r="r" b="b"/>
            <a:pathLst>
              <a:path w="1167493" h="2272167">
                <a:moveTo>
                  <a:pt x="1167473" y="0"/>
                </a:moveTo>
                <a:lnTo>
                  <a:pt x="1167493" y="0"/>
                </a:lnTo>
                <a:lnTo>
                  <a:pt x="1167493" y="492960"/>
                </a:lnTo>
                <a:lnTo>
                  <a:pt x="1167493" y="720385"/>
                </a:lnTo>
                <a:lnTo>
                  <a:pt x="1167493" y="2272167"/>
                </a:lnTo>
                <a:lnTo>
                  <a:pt x="0" y="2272167"/>
                </a:lnTo>
                <a:lnTo>
                  <a:pt x="0" y="1898074"/>
                </a:lnTo>
                <a:lnTo>
                  <a:pt x="0" y="1271597"/>
                </a:lnTo>
                <a:lnTo>
                  <a:pt x="0" y="1177688"/>
                </a:lnTo>
                <a:cubicBezTo>
                  <a:pt x="0" y="567919"/>
                  <a:pt x="459408" y="66389"/>
                  <a:pt x="1048124" y="6080"/>
                </a:cubicBezTo>
                <a:lnTo>
                  <a:pt x="1167473"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bg>
      <p:bgPr>
        <a:solidFill>
          <a:schemeClr val="accent2"/>
        </a:solidFill>
      </p:bgPr>
    </p:bg>
    <p:spTree>
      <p:nvGrpSpPr>
        <p:cNvPr id="1" name=""/>
        <p:cNvGrpSpPr/>
        <p:nvPr/>
      </p:nvGrpSpPr>
      <p:grpSpPr>
        <a:xfrm>
          <a:off x="0" y="0"/>
          <a:ext cx="0" cy="0"/>
          <a:chOff x="0" y="0"/>
          <a:chExt cx="0" cy="0"/>
        </a:xfrm>
      </p:grpSpPr>
      <p:sp>
        <p:nvSpPr>
          <p:cNvPr id="28" name="Google Shape;28;p10"/>
          <p:cNvSpPr/>
          <p:nvPr/>
        </p:nvSpPr>
        <p:spPr>
          <a:xfrm>
            <a:off x="0" y="2286002"/>
            <a:ext cx="12208822" cy="4572000"/>
          </a:xfrm>
          <a:prstGeom prst="rect">
            <a:avLst/>
          </a:pr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29" name="Google Shape;29;p10"/>
          <p:cNvSpPr/>
          <p:nvPr/>
        </p:nvSpPr>
        <p:spPr>
          <a:xfrm flipH="1">
            <a:off x="8597718" y="3246896"/>
            <a:ext cx="3611104" cy="3611104"/>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accent2"/>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30" name="Google Shape;30;p10"/>
          <p:cNvSpPr/>
          <p:nvPr/>
        </p:nvSpPr>
        <p:spPr>
          <a:xfrm>
            <a:off x="1" y="0"/>
            <a:ext cx="933856" cy="933856"/>
          </a:xfrm>
          <a:custGeom>
            <a:av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31" name="Google Shape;31;p10"/>
          <p:cNvSpPr/>
          <p:nvPr/>
        </p:nvSpPr>
        <p:spPr>
          <a:xfrm rot="-5400000">
            <a:off x="10344100" y="438098"/>
            <a:ext cx="2285999" cy="1409801"/>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32" name="Google Shape;32;p10"/>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33" name="Google Shape;33;p10"/>
          <p:cNvSpPr>
            <a:spLocks noGrp="1" noEditPoints="1"/>
          </p:cNvSpPr>
          <p:nvPr>
            <p:ph type="body" idx="1"/>
          </p:nvPr>
        </p:nvSpPr>
        <p:spPr>
          <a:xfrm>
            <a:off x="1167492" y="2653167"/>
            <a:ext cx="9779183" cy="3436483"/>
          </a:xfrm>
          <a:prstGeom prst="rect">
            <a:avLst/>
          </a:prstGeom>
          <a:noFill/>
          <a:ln>
            <a:noFill/>
          </a:ln>
        </p:spPr>
        <p:txBody>
          <a:bodyPr wrap="square" lIns="91425" tIns="45700" rIns="91425" bIns="45700" anchor="t">
            <a:noAutofit/>
          </a:bodyPr>
          <a:lstStyle>
            <a:lvl1pPr marL="457200" indent="-228600" algn="l">
              <a:lnSpc>
                <a:spcPct val="150000"/>
              </a:lnSpc>
              <a:spcBef>
                <a:spcPts val="1000"/>
              </a:spcBef>
              <a:spcAft>
                <a:spcPts val="0"/>
              </a:spcAft>
              <a:buClr>
                <a:schemeClr val="lt1"/>
              </a:buClr>
              <a:buSzPts val="2400"/>
              <a:buNone/>
              <a:defRPr sz="24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pPr lvl="0"/>
          </a:p>
        </p:txBody>
      </p:sp>
      <p:sp>
        <p:nvSpPr>
          <p:cNvPr id="34" name="Google Shape;34;p10"/>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35" name="Google Shape;35;p10"/>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36" name="Google Shape;36;p10"/>
          <p:cNvSpPr>
            <a:spLocks noGrp="1" noEditPoints="1"/>
          </p:cNvSpPr>
          <p:nvPr>
            <p:ph type="sldNum" idx="12"/>
          </p:nvPr>
        </p:nvSpPr>
        <p:spPr>
          <a:xfrm>
            <a:off x="10206318" y="6356350"/>
            <a:ext cx="1604682" cy="365125"/>
          </a:xfrm>
          <a:prstGeom prst="rect">
            <a:avLst/>
          </a:prstGeom>
          <a:noFill/>
          <a:ln>
            <a:noFill/>
          </a:ln>
        </p:spPr>
        <p:txBody>
          <a:bodyPr wrap="square" lIns="91425" tIns="45700" rIns="91425" bIns="45700" anchor="ctr">
            <a:noAutofit/>
          </a:bodyPr>
          <a:lstStyle>
            <a:lvl1pPr marL="0"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OBJECT">
    <p:spTree>
      <p:nvGrpSpPr>
        <p:cNvPr id="1" name=""/>
        <p:cNvGrpSpPr/>
        <p:nvPr/>
      </p:nvGrpSpPr>
      <p:grpSpPr>
        <a:xfrm>
          <a:off x="0" y="0"/>
          <a:ext cx="0" cy="0"/>
          <a:chOff x="0" y="0"/>
          <a:chExt cx="0" cy="0"/>
        </a:xfrm>
      </p:grpSpPr>
      <p:sp>
        <p:nvSpPr>
          <p:cNvPr id="38" name="Google Shape;38;p11"/>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39" name="Google Shape;39;p11"/>
          <p:cNvSpPr>
            <a:spLocks noGrp="1" noEditPoints="1"/>
          </p:cNvSpPr>
          <p:nvPr>
            <p:ph type="body" idx="1"/>
          </p:nvPr>
        </p:nvSpPr>
        <p:spPr>
          <a:xfrm>
            <a:off x="1167493" y="2528203"/>
            <a:ext cx="4663440" cy="2828613"/>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000"/>
              <a:buNone/>
              <a:defRPr sz="20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1800"/>
              <a:buNone/>
              <a:defRPr sz="18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600"/>
              <a:buNone/>
              <a:defRPr sz="16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40" name="Google Shape;40;p11"/>
          <p:cNvSpPr/>
          <p:nvPr/>
        </p:nvSpPr>
        <p:spPr>
          <a:xfrm flipH="1">
            <a:off x="8580896" y="1"/>
            <a:ext cx="3611104" cy="3611104"/>
          </a:xfrm>
          <a:custGeom>
            <a:av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41" name="Google Shape;41;p11"/>
          <p:cNvSpPr/>
          <p:nvPr/>
        </p:nvSpPr>
        <p:spPr>
          <a:xfrm flipH="1">
            <a:off x="8580896" y="3246896"/>
            <a:ext cx="3611104" cy="3611104"/>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42" name="Google Shape;42;p11"/>
          <p:cNvSpPr/>
          <p:nvPr/>
        </p:nvSpPr>
        <p:spPr>
          <a:xfrm>
            <a:off x="1" y="0"/>
            <a:ext cx="933856" cy="933856"/>
          </a:xfrm>
          <a:custGeom>
            <a:av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nvGrpSpPr>
          <p:cNvPr id="43" name="Google Shape;43;p11"/>
          <p:cNvGrpSpPr/>
          <p:nvPr/>
        </p:nvGrpSpPr>
        <p:grpSpPr>
          <a:xfrm>
            <a:off x="8082092" y="5590903"/>
            <a:ext cx="1572380" cy="1267097"/>
            <a:chOff x="7413403" y="4976359"/>
            <a:chExt cx="2334986" cy="1881641"/>
          </a:xfrm>
        </p:grpSpPr>
        <p:sp>
          <p:nvSpPr>
            <p:cNvPr id="44" name="Google Shape;44;p11"/>
            <p:cNvSpPr/>
            <p:nvPr/>
          </p:nvSpPr>
          <p:spPr>
            <a:xfrm rot="-5400000">
              <a:off x="8223822"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45" name="Google Shape;45;p11"/>
            <p:cNvSpPr/>
            <p:nvPr/>
          </p:nvSpPr>
          <p:spPr>
            <a:xfrm rot="5400000" flipH="1">
              <a:off x="7056329"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b="0" i="0" u="none" strike="noStrike" cap="none">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sp>
        <p:nvSpPr>
          <p:cNvPr id="46" name="Google Shape;46;p11"/>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47" name="Google Shape;47;p11"/>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48" name="Google Shape;48;p11"/>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lvl1pPr marL="0"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b="0" i="0" u="none" strike="noStrike" cap="none">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
        <p:nvSpPr>
          <p:cNvPr id="49" name="Google Shape;49;p11"/>
          <p:cNvSpPr>
            <a:spLocks noGrp="1" noEditPoints="1"/>
          </p:cNvSpPr>
          <p:nvPr>
            <p:ph type="body" idx="2"/>
          </p:nvPr>
        </p:nvSpPr>
        <p:spPr>
          <a:xfrm>
            <a:off x="6283235" y="2528203"/>
            <a:ext cx="4663440" cy="2828613"/>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000"/>
              <a:buNone/>
              <a:defRPr sz="20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1800"/>
              <a:buNone/>
              <a:defRPr sz="18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600"/>
              <a:buNone/>
              <a:defRPr sz="16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50" name="Google Shape;50;p11"/>
          <p:cNvSpPr>
            <a:spLocks noGrp="1" noEditPoints="1"/>
          </p:cNvSpPr>
          <p:nvPr>
            <p:ph type="body" idx="3"/>
          </p:nvPr>
        </p:nvSpPr>
        <p:spPr>
          <a:xfrm>
            <a:off x="1167493" y="2005689"/>
            <a:ext cx="4663440" cy="522514"/>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400"/>
              <a:buNone/>
              <a:defRPr sz="24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000"/>
              <a:buNone/>
              <a:defRPr sz="20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800"/>
              <a:buNone/>
              <a:defRPr sz="1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51" name="Google Shape;51;p11"/>
          <p:cNvSpPr>
            <a:spLocks noGrp="1" noEditPoints="1"/>
          </p:cNvSpPr>
          <p:nvPr>
            <p:ph type="body" idx="4"/>
          </p:nvPr>
        </p:nvSpPr>
        <p:spPr>
          <a:xfrm>
            <a:off x="6283235" y="2005689"/>
            <a:ext cx="4663440" cy="522514"/>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400"/>
              <a:buNone/>
              <a:defRPr sz="24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000"/>
              <a:buNone/>
              <a:defRPr sz="20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800"/>
              <a:buNone/>
              <a:defRPr sz="1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End Slide">
    <p:spTree>
      <p:nvGrpSpPr>
        <p:cNvPr id="1" name=""/>
        <p:cNvGrpSpPr/>
        <p:nvPr/>
      </p:nvGrpSpPr>
      <p:grpSpPr>
        <a:xfrm>
          <a:off x="0" y="0"/>
          <a:ext cx="0" cy="0"/>
          <a:chOff x="0" y="0"/>
          <a:chExt cx="0" cy="0"/>
        </a:xfrm>
      </p:grpSpPr>
      <p:sp>
        <p:nvSpPr>
          <p:cNvPr id="53" name="Google Shape;53;p12"/>
          <p:cNvSpPr>
            <a:spLocks noGrp="1" noEditPoints="1"/>
          </p:cNvSpPr>
          <p:nvPr>
            <p:ph type="ctrTitle"/>
          </p:nvPr>
        </p:nvSpPr>
        <p:spPr>
          <a:xfrm>
            <a:off x="1167494" y="1122363"/>
            <a:ext cx="6220278" cy="2387600"/>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6000"/>
              <a:buFont typeface="Arial" pitchFamily="34" charset="0" panose="020B0604020202020204"/>
              <a:buNone/>
              <a:defRPr sz="60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54" name="Google Shape;54;p12"/>
          <p:cNvSpPr>
            <a:spLocks noGrp="1" noEditPoints="1"/>
          </p:cNvSpPr>
          <p:nvPr>
            <p:ph type="subTitle" idx="1"/>
          </p:nvPr>
        </p:nvSpPr>
        <p:spPr>
          <a:xfrm>
            <a:off x="1167493" y="3602038"/>
            <a:ext cx="6220277" cy="2247219"/>
          </a:xfrm>
          <a:prstGeom prst="rect">
            <a:avLst/>
          </a:prstGeom>
          <a:noFill/>
          <a:ln>
            <a:noFill/>
          </a:ln>
        </p:spPr>
        <p:txBody>
          <a:bodyPr wrap="square" lIns="91425" tIns="45700" rIns="91425" bIns="45700" anchor="t">
            <a:noAutofit/>
          </a:bodyPr>
          <a:lstStyle>
            <a:lvl1pPr algn="l">
              <a:lnSpc>
                <a:spcPct val="90000"/>
              </a:lnSpc>
              <a:spcBef>
                <a:spcPts val="1000"/>
              </a:spcBef>
              <a:spcAft>
                <a:spcPts val="0"/>
              </a:spcAft>
              <a:buClr>
                <a:schemeClr val="dk1"/>
              </a:buClr>
              <a:buSzPts val="2800"/>
              <a:buNone/>
              <a:defRPr sz="28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lvl="0"/>
          </a:p>
        </p:txBody>
      </p:sp>
      <p:sp>
        <p:nvSpPr>
          <p:cNvPr id="55" name="Google Shape;55;p12"/>
          <p:cNvSpPr/>
          <p:nvPr/>
        </p:nvSpPr>
        <p:spPr>
          <a:xfrm>
            <a:off x="8264426" y="0"/>
            <a:ext cx="3927574" cy="6858000"/>
          </a:xfrm>
          <a:prstGeom prst="rect">
            <a:avLst/>
          </a:prstGeom>
          <a:solidFill>
            <a:schemeClr val="accent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nvGrpSpPr>
          <p:cNvPr id="56" name="Google Shape;56;p12"/>
          <p:cNvGrpSpPr/>
          <p:nvPr/>
        </p:nvGrpSpPr>
        <p:grpSpPr>
          <a:xfrm>
            <a:off x="8264427" y="3685939"/>
            <a:ext cx="3927573" cy="3178856"/>
            <a:chOff x="9857014" y="13834"/>
            <a:chExt cx="2334986" cy="1881641"/>
          </a:xfrm>
        </p:grpSpPr>
        <p:sp>
          <p:nvSpPr>
            <p:cNvPr id="57" name="Google Shape;57;p12"/>
            <p:cNvSpPr/>
            <p:nvPr/>
          </p:nvSpPr>
          <p:spPr>
            <a:xfrm rot="-5400000">
              <a:off x="10667433" y="370908"/>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58" name="Google Shape;58;p12"/>
            <p:cNvSpPr/>
            <p:nvPr/>
          </p:nvSpPr>
          <p:spPr>
            <a:xfrm rot="5400000" flipH="1">
              <a:off x="9499940" y="370908"/>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sp>
        <p:nvSpPr>
          <p:cNvPr id="59" name="Google Shape;59;p12"/>
          <p:cNvSpPr/>
          <p:nvPr/>
        </p:nvSpPr>
        <p:spPr>
          <a:xfrm>
            <a:off x="0" y="-1"/>
            <a:ext cx="1167493" cy="1167493"/>
          </a:xfrm>
          <a:custGeom>
            <a:av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60" name="Google Shape;60;p12"/>
          <p:cNvSpPr/>
          <p:nvPr/>
        </p:nvSpPr>
        <p:spPr>
          <a:xfrm>
            <a:off x="10228214" y="-1"/>
            <a:ext cx="1963787" cy="3178856"/>
          </a:xfrm>
          <a:custGeom>
            <a:avLst/>
            <a:rect l="l" t="t" r="r" b="b"/>
            <a:pathLst>
              <a:path w="1963787" h="3178856">
                <a:moveTo>
                  <a:pt x="0" y="0"/>
                </a:moveTo>
                <a:lnTo>
                  <a:pt x="1963787" y="0"/>
                </a:lnTo>
                <a:lnTo>
                  <a:pt x="1963787" y="1967129"/>
                </a:lnTo>
                <a:lnTo>
                  <a:pt x="1963787" y="2349671"/>
                </a:lnTo>
                <a:lnTo>
                  <a:pt x="1963787" y="3178856"/>
                </a:lnTo>
                <a:lnTo>
                  <a:pt x="1963753" y="3178856"/>
                </a:lnTo>
                <a:lnTo>
                  <a:pt x="1763002" y="3168629"/>
                </a:lnTo>
                <a:cubicBezTo>
                  <a:pt x="772749" y="3067186"/>
                  <a:pt x="0" y="2223585"/>
                  <a:pt x="0" y="1197921"/>
                </a:cubicBezTo>
                <a:lnTo>
                  <a:pt x="0" y="1039961"/>
                </a:ln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62" name="Google Shape;62;p13"/>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63" name="Google Shape;63;p13"/>
          <p:cNvSpPr>
            <a:spLocks noGrp="1" noEditPoints="1"/>
          </p:cNvSpPr>
          <p:nvPr>
            <p:ph type="body" idx="1"/>
          </p:nvPr>
        </p:nvSpPr>
        <p:spPr>
          <a:xfrm>
            <a:off x="1167493" y="2017467"/>
            <a:ext cx="9779182" cy="3366815"/>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4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20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64" name="Google Shape;64;p13"/>
          <p:cNvSpPr/>
          <p:nvPr/>
        </p:nvSpPr>
        <p:spPr>
          <a:xfrm flipH="1">
            <a:off x="8580896" y="1"/>
            <a:ext cx="3611104" cy="3611104"/>
          </a:xfrm>
          <a:custGeom>
            <a:av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65" name="Google Shape;65;p13"/>
          <p:cNvSpPr/>
          <p:nvPr/>
        </p:nvSpPr>
        <p:spPr>
          <a:xfrm flipH="1">
            <a:off x="8580896" y="3246896"/>
            <a:ext cx="3611104" cy="3611104"/>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66" name="Google Shape;66;p13"/>
          <p:cNvSpPr/>
          <p:nvPr/>
        </p:nvSpPr>
        <p:spPr>
          <a:xfrm>
            <a:off x="1" y="0"/>
            <a:ext cx="933856" cy="933856"/>
          </a:xfrm>
          <a:custGeom>
            <a:av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nvGrpSpPr>
          <p:cNvPr id="67" name="Google Shape;67;p13"/>
          <p:cNvGrpSpPr/>
          <p:nvPr/>
        </p:nvGrpSpPr>
        <p:grpSpPr>
          <a:xfrm>
            <a:off x="8082092" y="5590903"/>
            <a:ext cx="1572380" cy="1267097"/>
            <a:chOff x="7413403" y="4976359"/>
            <a:chExt cx="2334986" cy="1881641"/>
          </a:xfrm>
        </p:grpSpPr>
        <p:sp>
          <p:nvSpPr>
            <p:cNvPr id="68" name="Google Shape;68;p13"/>
            <p:cNvSpPr/>
            <p:nvPr/>
          </p:nvSpPr>
          <p:spPr>
            <a:xfrm rot="-5400000">
              <a:off x="8223822"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69" name="Google Shape;69;p13"/>
            <p:cNvSpPr/>
            <p:nvPr/>
          </p:nvSpPr>
          <p:spPr>
            <a:xfrm rot="5400000" flipH="1">
              <a:off x="7056329"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sp>
        <p:nvSpPr>
          <p:cNvPr id="70" name="Google Shape;70;p13"/>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71" name="Google Shape;71;p13"/>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72" name="Google Shape;72;p1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cSld name="Section title">
    <p:spTree>
      <p:nvGrpSpPr>
        <p:cNvPr id="1" name=""/>
        <p:cNvGrpSpPr/>
        <p:nvPr/>
      </p:nvGrpSpPr>
      <p:grpSpPr>
        <a:xfrm>
          <a:off x="0" y="0"/>
          <a:ext cx="0" cy="0"/>
          <a:chOff x="0" y="0"/>
          <a:chExt cx="0" cy="0"/>
        </a:xfrm>
      </p:grpSpPr>
      <p:sp>
        <p:nvSpPr>
          <p:cNvPr id="74" name="Google Shape;74;p14"/>
          <p:cNvSpPr/>
          <p:nvPr/>
        </p:nvSpPr>
        <p:spPr>
          <a:xfrm>
            <a:off x="0" y="0"/>
            <a:ext cx="8025490" cy="6858000"/>
          </a:xfrm>
          <a:custGeom>
            <a:avLst/>
            <a:rect l="l" t="t" r="r" b="b"/>
            <a:pathLst>
              <a:path w="8025490" h="6858000">
                <a:moveTo>
                  <a:pt x="0" y="0"/>
                </a:moveTo>
                <a:lnTo>
                  <a:pt x="4596490" y="0"/>
                </a:lnTo>
                <a:cubicBezTo>
                  <a:pt x="6490274" y="0"/>
                  <a:pt x="8025490" y="1535216"/>
                  <a:pt x="8025490" y="3429000"/>
                </a:cubicBezTo>
                <a:cubicBezTo>
                  <a:pt x="8025490" y="5322784"/>
                  <a:pt x="6490274" y="6858000"/>
                  <a:pt x="4596490" y="6858000"/>
                </a:cubicBezTo>
                <a:lnTo>
                  <a:pt x="0" y="6858000"/>
                </a:ln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75" name="Google Shape;75;p14"/>
          <p:cNvSpPr>
            <a:spLocks noGrp="1" noEditPoints="1"/>
          </p:cNvSpPr>
          <p:nvPr>
            <p:ph type="ctrTitle"/>
          </p:nvPr>
        </p:nvSpPr>
        <p:spPr>
          <a:xfrm>
            <a:off x="1167494" y="1059400"/>
            <a:ext cx="6245912" cy="2387600"/>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lt1"/>
              </a:buClr>
              <a:buSzPts val="6000"/>
              <a:buFont typeface="Arial" pitchFamily="34" charset="0" panose="020B0604020202020204"/>
              <a:buNone/>
              <a:defRPr sz="6000"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76" name="Google Shape;76;p14"/>
          <p:cNvSpPr>
            <a:spLocks noGrp="1" noEditPoints="1"/>
          </p:cNvSpPr>
          <p:nvPr>
            <p:ph type="subTitle" idx="1"/>
          </p:nvPr>
        </p:nvSpPr>
        <p:spPr>
          <a:xfrm>
            <a:off x="1167494" y="3539075"/>
            <a:ext cx="6245912" cy="1406101"/>
          </a:xfrm>
          <a:prstGeom prst="rect">
            <a:avLst/>
          </a:prstGeom>
          <a:noFill/>
          <a:ln>
            <a:noFill/>
          </a:ln>
        </p:spPr>
        <p:txBody>
          <a:bodyPr wrap="square" lIns="91425" tIns="45700" rIns="91425" bIns="45700" anchor="t">
            <a:noAutofit/>
          </a:bodyPr>
          <a:lstStyle>
            <a:lvl1pPr algn="l">
              <a:lnSpc>
                <a:spcPct val="90000"/>
              </a:lnSpc>
              <a:spcBef>
                <a:spcPts val="1000"/>
              </a:spcBef>
              <a:spcAft>
                <a:spcPts val="0"/>
              </a:spcAft>
              <a:buClr>
                <a:schemeClr val="lt1"/>
              </a:buClr>
              <a:buSzPts val="3200"/>
              <a:buNone/>
              <a:defRPr sz="32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pPr lvl="0"/>
          </a:p>
        </p:txBody>
      </p:sp>
      <p:grpSp>
        <p:nvGrpSpPr>
          <p:cNvPr id="77" name="Google Shape;77;p14"/>
          <p:cNvGrpSpPr/>
          <p:nvPr/>
        </p:nvGrpSpPr>
        <p:grpSpPr>
          <a:xfrm rot="-5400000">
            <a:off x="8286528" y="2207195"/>
            <a:ext cx="3032351" cy="2443610"/>
            <a:chOff x="9857014" y="13834"/>
            <a:chExt cx="2334986" cy="1881641"/>
          </a:xfrm>
        </p:grpSpPr>
        <p:sp>
          <p:nvSpPr>
            <p:cNvPr id="78" name="Google Shape;78;p14"/>
            <p:cNvSpPr/>
            <p:nvPr/>
          </p:nvSpPr>
          <p:spPr>
            <a:xfrm rot="-5400000">
              <a:off x="10667433" y="370908"/>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79" name="Google Shape;79;p14"/>
            <p:cNvSpPr/>
            <p:nvPr/>
          </p:nvSpPr>
          <p:spPr>
            <a:xfrm rot="5400000" flipH="1">
              <a:off x="9499940" y="370908"/>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sp>
        <p:nvSpPr>
          <p:cNvPr id="80" name="Google Shape;80;p14"/>
          <p:cNvSpPr/>
          <p:nvPr/>
        </p:nvSpPr>
        <p:spPr>
          <a:xfrm flipH="1">
            <a:off x="8580896" y="1"/>
            <a:ext cx="3611104" cy="3611104"/>
          </a:xfrm>
          <a:custGeom>
            <a:avLst/>
            <a:rect l="l" t="t" r="r" b="b"/>
            <a:pathLst>
              <a:path w="1167493" h="1167493">
                <a:moveTo>
                  <a:pt x="0" y="0"/>
                </a:moveTo>
                <a:lnTo>
                  <a:pt x="1167493" y="0"/>
                </a:lnTo>
                <a:cubicBezTo>
                  <a:pt x="522704" y="0"/>
                  <a:pt x="0" y="522704"/>
                  <a:pt x="0" y="1167493"/>
                </a:cubicBezTo>
                <a:lnTo>
                  <a:pt x="0" y="0"/>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81" name="Google Shape;81;p14"/>
          <p:cNvSpPr/>
          <p:nvPr/>
        </p:nvSpPr>
        <p:spPr>
          <a:xfrm flipH="1">
            <a:off x="8580896" y="3246896"/>
            <a:ext cx="3611104" cy="3611104"/>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Graph">
    <p:spTree>
      <p:nvGrpSpPr>
        <p:cNvPr id="1" name=""/>
        <p:cNvGrpSpPr/>
        <p:nvPr/>
      </p:nvGrpSpPr>
      <p:grpSpPr>
        <a:xfrm>
          <a:off x="0" y="0"/>
          <a:ext cx="0" cy="0"/>
          <a:chOff x="0" y="0"/>
          <a:chExt cx="0" cy="0"/>
        </a:xfrm>
      </p:grpSpPr>
      <p:sp>
        <p:nvSpPr>
          <p:cNvPr id="83" name="Google Shape;83;p15"/>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84" name="Google Shape;84;p15"/>
          <p:cNvSpPr>
            <a:spLocks noGrp="1" noEditPoints="1"/>
          </p:cNvSpPr>
          <p:nvPr>
            <p:ph type="body" idx="1"/>
          </p:nvPr>
        </p:nvSpPr>
        <p:spPr>
          <a:xfrm>
            <a:off x="1167493" y="2087561"/>
            <a:ext cx="9779182" cy="3366815"/>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4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20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85" name="Google Shape;85;p15"/>
          <p:cNvSpPr/>
          <p:nvPr/>
        </p:nvSpPr>
        <p:spPr>
          <a:xfrm flipH="1">
            <a:off x="8580896" y="1"/>
            <a:ext cx="3611104" cy="3611104"/>
          </a:xfrm>
          <a:custGeom>
            <a:avLst/>
            <a:rect l="l" t="t" r="r" b="b"/>
            <a:pathLst>
              <a:path w="1167493" h="1167493">
                <a:moveTo>
                  <a:pt x="0" y="0"/>
                </a:moveTo>
                <a:lnTo>
                  <a:pt x="1167493" y="0"/>
                </a:lnTo>
                <a:cubicBezTo>
                  <a:pt x="522704" y="0"/>
                  <a:pt x="0" y="522704"/>
                  <a:pt x="0" y="1167493"/>
                </a:cubicBezTo>
                <a:lnTo>
                  <a:pt x="0" y="0"/>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86" name="Google Shape;86;p15"/>
          <p:cNvSpPr/>
          <p:nvPr/>
        </p:nvSpPr>
        <p:spPr>
          <a:xfrm rot="5400000" flipH="1">
            <a:off x="1" y="3246896"/>
            <a:ext cx="3611104" cy="3611104"/>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87" name="Google Shape;87;p15"/>
          <p:cNvSpPr>
            <a:spLocks noGrp="1" noEditPoints="1"/>
          </p:cNvSpPr>
          <p:nvPr>
            <p:ph type="dt" idx="10"/>
          </p:nvPr>
        </p:nvSpPr>
        <p:spPr>
          <a:xfrm>
            <a:off x="381000" y="6356350"/>
            <a:ext cx="1701018"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88" name="Google Shape;88;p15"/>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89" name="Google Shape;89;p15"/>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Chart 2">
    <p:bg>
      <p:bgPr>
        <a:solidFill>
          <a:schemeClr val="accent2"/>
        </a:solidFill>
      </p:bgPr>
    </p:bg>
    <p:spTree>
      <p:nvGrpSpPr>
        <p:cNvPr id="1" name=""/>
        <p:cNvGrpSpPr/>
        <p:nvPr/>
      </p:nvGrpSpPr>
      <p:grpSpPr>
        <a:xfrm>
          <a:off x="0" y="0"/>
          <a:ext cx="0" cy="0"/>
          <a:chOff x="0" y="0"/>
          <a:chExt cx="0" cy="0"/>
        </a:xfrm>
      </p:grpSpPr>
      <p:grpSp>
        <p:nvGrpSpPr>
          <p:cNvPr id="91" name="Google Shape;91;p16"/>
          <p:cNvGrpSpPr/>
          <p:nvPr/>
        </p:nvGrpSpPr>
        <p:grpSpPr>
          <a:xfrm rot="-5400000">
            <a:off x="10772262" y="152641"/>
            <a:ext cx="1572380" cy="1267097"/>
            <a:chOff x="7413403" y="4976359"/>
            <a:chExt cx="2334986" cy="1881641"/>
          </a:xfrm>
        </p:grpSpPr>
        <p:sp>
          <p:nvSpPr>
            <p:cNvPr id="92" name="Google Shape;92;p16"/>
            <p:cNvSpPr/>
            <p:nvPr/>
          </p:nvSpPr>
          <p:spPr>
            <a:xfrm rot="-5400000">
              <a:off x="8223822"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93" name="Google Shape;93;p16"/>
            <p:cNvSpPr/>
            <p:nvPr/>
          </p:nvSpPr>
          <p:spPr>
            <a:xfrm rot="5400000" flipH="1">
              <a:off x="7056329"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sp>
        <p:nvSpPr>
          <p:cNvPr id="94" name="Google Shape;94;p16"/>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95" name="Google Shape;95;p16"/>
          <p:cNvSpPr>
            <a:spLocks noGrp="1" noEditPoints="1"/>
          </p:cNvSpPr>
          <p:nvPr>
            <p:ph type="body" idx="1"/>
          </p:nvPr>
        </p:nvSpPr>
        <p:spPr>
          <a:xfrm>
            <a:off x="1167493" y="2087563"/>
            <a:ext cx="9779182" cy="3366813"/>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4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20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800"/>
              <a:buNone/>
              <a:defRPr>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96" name="Google Shape;96;p16"/>
          <p:cNvSpPr>
            <a:spLocks noGrp="1" noEditPoints="1"/>
          </p:cNvSpPr>
          <p:nvPr>
            <p:ph type="dt" idx="10"/>
          </p:nvPr>
        </p:nvSpPr>
        <p:spPr>
          <a:xfrm>
            <a:off x="381000" y="6356350"/>
            <a:ext cx="1701018"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97" name="Google Shape;97;p16"/>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98" name="Google Shape;98;p16"/>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Quote">
    <p:bg>
      <p:bgPr>
        <a:solidFill>
          <a:schemeClr val="accent1"/>
        </a:solidFill>
      </p:bgPr>
    </p:bg>
    <p:spTree>
      <p:nvGrpSpPr>
        <p:cNvPr id="1" name=""/>
        <p:cNvGrpSpPr/>
        <p:nvPr/>
      </p:nvGrpSpPr>
      <p:grpSpPr>
        <a:xfrm>
          <a:off x="0" y="0"/>
          <a:ext cx="0" cy="0"/>
          <a:chOff x="0" y="0"/>
          <a:chExt cx="0" cy="0"/>
        </a:xfrm>
      </p:grpSpPr>
      <p:sp>
        <p:nvSpPr>
          <p:cNvPr id="100" name="Google Shape;100;p17"/>
          <p:cNvSpPr>
            <a:spLocks noGrp="1" noEditPoints="1"/>
          </p:cNvSpPr>
          <p:nvPr>
            <p:ph type="title"/>
          </p:nvPr>
        </p:nvSpPr>
        <p:spPr>
          <a:xfrm>
            <a:off x="1798721" y="1684338"/>
            <a:ext cx="8594558" cy="2810460"/>
          </a:xfrm>
          <a:prstGeom prst="rect">
            <a:avLst/>
          </a:prstGeom>
          <a:noFill/>
          <a:ln>
            <a:noFill/>
          </a:ln>
        </p:spPr>
        <p:txBody>
          <a:bodyPr wrap="square" lIns="91425" tIns="45700" rIns="91425" bIns="45700" anchor="ctr">
            <a:noAutofit/>
          </a:bodyPr>
          <a:lstStyle>
            <a:lvl1pPr algn="ctr">
              <a:lnSpc>
                <a:spcPct val="100000"/>
              </a:lnSpc>
              <a:spcBef>
                <a:spcPts val="0"/>
              </a:spcBef>
              <a:spcAft>
                <a:spcPts val="0"/>
              </a:spcAft>
              <a:buClr>
                <a:schemeClr val="lt1"/>
              </a:buClr>
              <a:buSzPts val="4600"/>
              <a:buFont typeface="Arial" pitchFamily="34" charset="0" panose="020B0604020202020204"/>
              <a:buNone/>
              <a:defRPr sz="46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01" name="Google Shape;101;p17"/>
          <p:cNvSpPr>
            <a:spLocks noGrp="1" noEditPoints="1"/>
          </p:cNvSpPr>
          <p:nvPr>
            <p:ph type="body" idx="1"/>
          </p:nvPr>
        </p:nvSpPr>
        <p:spPr>
          <a:xfrm>
            <a:off x="381000" y="519405"/>
            <a:ext cx="1364297" cy="1094521"/>
          </a:xfrm>
          <a:prstGeom prst="rect">
            <a:avLst/>
          </a:prstGeom>
          <a:noFill/>
          <a:ln>
            <a:noFill/>
          </a:ln>
        </p:spPr>
        <p:txBody>
          <a:bodyPr wrap="square" lIns="91425" tIns="45700" rIns="91425" bIns="45700" anchor="t">
            <a:noAutofit/>
          </a:bodyPr>
          <a:lstStyle>
            <a:lvl1pPr marL="457200" indent="-228600" algn="ctr">
              <a:lnSpc>
                <a:spcPct val="90000"/>
              </a:lnSpc>
              <a:spcBef>
                <a:spcPts val="1000"/>
              </a:spcBef>
              <a:spcAft>
                <a:spcPts val="0"/>
              </a:spcAft>
              <a:buClr>
                <a:srgbClr val="004DBF"/>
              </a:buClr>
              <a:buSzPts val="23900"/>
              <a:buNone/>
              <a:defRPr sz="23900" b="1">
                <a:solidFill>
                  <a:srgbClr val="004DBF"/>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lt1"/>
              </a:buClr>
              <a:buSzPts val="24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lt1"/>
              </a:buClr>
              <a:buSzPts val="20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lt1"/>
              </a:buClr>
              <a:buSzPts val="18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lt1"/>
              </a:buClr>
              <a:buSzPts val="18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02" name="Google Shape;102;p17"/>
          <p:cNvSpPr>
            <a:spLocks noGrp="1" noEditPoints="1"/>
          </p:cNvSpPr>
          <p:nvPr>
            <p:ph type="body" idx="2"/>
          </p:nvPr>
        </p:nvSpPr>
        <p:spPr>
          <a:xfrm>
            <a:off x="6881813" y="4494213"/>
            <a:ext cx="3511550" cy="679450"/>
          </a:xfrm>
          <a:prstGeom prst="rect">
            <a:avLst/>
          </a:prstGeom>
          <a:noFill/>
          <a:ln>
            <a:noFill/>
          </a:ln>
        </p:spPr>
        <p:txBody>
          <a:bodyPr wrap="square" lIns="91425" tIns="45700" rIns="91425" bIns="45700" anchor="t">
            <a:noAutofit/>
          </a:bodyPr>
          <a:lstStyle>
            <a:lvl1pPr marL="457200" indent="-228600" algn="r">
              <a:lnSpc>
                <a:spcPct val="90000"/>
              </a:lnSpc>
              <a:spcBef>
                <a:spcPts val="1000"/>
              </a:spcBef>
              <a:spcAft>
                <a:spcPts val="0"/>
              </a:spcAft>
              <a:buClr>
                <a:schemeClr val="lt1"/>
              </a:buClr>
              <a:buSzPts val="2000"/>
              <a:buNone/>
              <a:defRPr sz="20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r">
              <a:lnSpc>
                <a:spcPct val="90000"/>
              </a:lnSpc>
              <a:spcBef>
                <a:spcPts val="500"/>
              </a:spcBef>
              <a:spcAft>
                <a:spcPts val="0"/>
              </a:spcAft>
              <a:buClr>
                <a:schemeClr val="lt1"/>
              </a:buClr>
              <a:buSzPts val="1800"/>
              <a:buNone/>
              <a:def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r">
              <a:lnSpc>
                <a:spcPct val="90000"/>
              </a:lnSpc>
              <a:spcBef>
                <a:spcPts val="500"/>
              </a:spcBef>
              <a:spcAft>
                <a:spcPts val="0"/>
              </a:spcAft>
              <a:buClr>
                <a:schemeClr val="lt1"/>
              </a:buClr>
              <a:buSzPts val="1600"/>
              <a:buNone/>
              <a:defRPr sz="16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r">
              <a:lnSpc>
                <a:spcPct val="90000"/>
              </a:lnSpc>
              <a:spcBef>
                <a:spcPts val="500"/>
              </a:spcBef>
              <a:spcAft>
                <a:spcPts val="0"/>
              </a:spcAft>
              <a:buClr>
                <a:schemeClr val="lt1"/>
              </a:buClr>
              <a:buSzPts val="1400"/>
              <a:buNone/>
              <a:defRPr sz="14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r">
              <a:lnSpc>
                <a:spcPct val="90000"/>
              </a:lnSpc>
              <a:spcBef>
                <a:spcPts val="500"/>
              </a:spcBef>
              <a:spcAft>
                <a:spcPts val="0"/>
              </a:spcAft>
              <a:buClr>
                <a:schemeClr val="lt1"/>
              </a:buClr>
              <a:buSzPts val="1400"/>
              <a:buNone/>
              <a:defRPr sz="14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03" name="Google Shape;103;p17"/>
          <p:cNvSpPr>
            <a:spLocks noGrp="1" noEditPoints="1"/>
          </p:cNvSpPr>
          <p:nvPr>
            <p:ph type="body" idx="3"/>
          </p:nvPr>
        </p:nvSpPr>
        <p:spPr>
          <a:xfrm>
            <a:off x="10609104" y="3399692"/>
            <a:ext cx="1364297" cy="1094521"/>
          </a:xfrm>
          <a:prstGeom prst="rect">
            <a:avLst/>
          </a:prstGeom>
          <a:noFill/>
          <a:ln>
            <a:noFill/>
          </a:ln>
        </p:spPr>
        <p:txBody>
          <a:bodyPr wrap="square" lIns="91425" tIns="45700" rIns="91425" bIns="45700" anchor="t">
            <a:noAutofit/>
          </a:bodyPr>
          <a:lstStyle>
            <a:lvl1pPr marL="457200" indent="-228600" algn="ctr">
              <a:lnSpc>
                <a:spcPct val="90000"/>
              </a:lnSpc>
              <a:spcBef>
                <a:spcPts val="1000"/>
              </a:spcBef>
              <a:spcAft>
                <a:spcPts val="0"/>
              </a:spcAft>
              <a:buClr>
                <a:srgbClr val="004DBF"/>
              </a:buClr>
              <a:buSzPts val="23900"/>
              <a:buNone/>
              <a:defRPr sz="23900" b="1">
                <a:solidFill>
                  <a:srgbClr val="004DBF"/>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lt1"/>
              </a:buClr>
              <a:buSzPts val="24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lt1"/>
              </a:buClr>
              <a:buSzPts val="20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lt1"/>
              </a:buClr>
              <a:buSzPts val="18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lt1"/>
              </a:buClr>
              <a:buSzPts val="1800"/>
              <a:buNone/>
              <a:defRPr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04" name="Google Shape;104;p17"/>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5" name="Google Shape;105;p17"/>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06" name="Google Shape;106;p17"/>
          <p:cNvSpPr>
            <a:spLocks noGrp="1" noEditPoints="1"/>
          </p:cNvSpPr>
          <p:nvPr>
            <p:ph type="sldNum" idx="12"/>
          </p:nvPr>
        </p:nvSpPr>
        <p:spPr>
          <a:xfrm>
            <a:off x="9067800" y="6356350"/>
            <a:ext cx="2743200"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eam">
    <p:spTree>
      <p:nvGrpSpPr>
        <p:cNvPr id="1" name=""/>
        <p:cNvGrpSpPr/>
        <p:nvPr/>
      </p:nvGrpSpPr>
      <p:grpSpPr>
        <a:xfrm>
          <a:off x="0" y="0"/>
          <a:ext cx="0" cy="0"/>
          <a:chOff x="0" y="0"/>
          <a:chExt cx="0" cy="0"/>
        </a:xfrm>
      </p:grpSpPr>
      <p:sp>
        <p:nvSpPr>
          <p:cNvPr id="108" name="Google Shape;108;p18"/>
          <p:cNvSpPr/>
          <p:nvPr/>
        </p:nvSpPr>
        <p:spPr>
          <a:xfrm>
            <a:off x="0" y="-1664"/>
            <a:ext cx="9857012" cy="6859664"/>
          </a:xfrm>
          <a:prstGeom prst="rect">
            <a:avLst/>
          </a:prstGeom>
          <a:solidFill>
            <a:schemeClr val="accent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09" name="Google Shape;109;p18"/>
          <p:cNvSpPr>
            <a:spLocks noGrp="1" noEditPoints="1"/>
          </p:cNvSpPr>
          <p:nvPr>
            <p:ph type="title"/>
          </p:nvPr>
        </p:nvSpPr>
        <p:spPr>
          <a:xfrm>
            <a:off x="750430" y="381000"/>
            <a:ext cx="8401624" cy="1325563"/>
          </a:xfrm>
          <a:prstGeom prst="rect">
            <a:avLst/>
          </a:prstGeom>
          <a:noFill/>
          <a:ln>
            <a:noFill/>
          </a:ln>
        </p:spPr>
        <p:txBody>
          <a:bodyPr wrap="square" lIns="0"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10" name="Google Shape;110;p18"/>
          <p:cNvSpPr>
            <a:spLocks noGrp="1" noEditPoints="1"/>
          </p:cNvSpPr>
          <p:nvPr>
            <p:ph type="pic" idx="2"/>
          </p:nvPr>
        </p:nvSpPr>
        <p:spPr>
          <a:xfrm>
            <a:off x="750429" y="2227758"/>
            <a:ext cx="1200374" cy="1201242"/>
          </a:xfrm>
          <a:prstGeom prst="rect">
            <a:avLst/>
          </a:prstGeom>
          <a:noFill/>
          <a:ln>
            <a:noFill/>
          </a:ln>
        </p:spPr>
        <p:txBody>
          <a:bodyPr/>
          <a:lstStyle/>
          <a:p>
            <a:pPr lvl="0"/>
          </a:p>
        </p:txBody>
      </p:sp>
      <p:sp>
        <p:nvSpPr>
          <p:cNvPr id="111" name="Google Shape;111;p18"/>
          <p:cNvSpPr>
            <a:spLocks noGrp="1" noEditPoints="1"/>
          </p:cNvSpPr>
          <p:nvPr>
            <p:ph type="body" idx="1"/>
          </p:nvPr>
        </p:nvSpPr>
        <p:spPr>
          <a:xfrm>
            <a:off x="2123351" y="2426400"/>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12" name="Google Shape;112;p18"/>
          <p:cNvSpPr>
            <a:spLocks noGrp="1" noEditPoints="1"/>
          </p:cNvSpPr>
          <p:nvPr>
            <p:ph type="body" idx="3"/>
          </p:nvPr>
        </p:nvSpPr>
        <p:spPr>
          <a:xfrm>
            <a:off x="2123350" y="2811646"/>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13" name="Google Shape;113;p18"/>
          <p:cNvSpPr>
            <a:spLocks noGrp="1" noEditPoints="1"/>
          </p:cNvSpPr>
          <p:nvPr>
            <p:ph type="pic" idx="4"/>
          </p:nvPr>
        </p:nvSpPr>
        <p:spPr>
          <a:xfrm>
            <a:off x="5495813" y="2227758"/>
            <a:ext cx="1200374" cy="1201242"/>
          </a:xfrm>
          <a:prstGeom prst="rect">
            <a:avLst/>
          </a:prstGeom>
          <a:noFill/>
          <a:ln>
            <a:noFill/>
          </a:ln>
        </p:spPr>
        <p:txBody>
          <a:bodyPr/>
          <a:lstStyle/>
          <a:p>
            <a:pPr lvl="0"/>
          </a:p>
        </p:txBody>
      </p:sp>
      <p:sp>
        <p:nvSpPr>
          <p:cNvPr id="114" name="Google Shape;114;p18"/>
          <p:cNvSpPr>
            <a:spLocks noGrp="1" noEditPoints="1"/>
          </p:cNvSpPr>
          <p:nvPr>
            <p:ph type="body" idx="5"/>
          </p:nvPr>
        </p:nvSpPr>
        <p:spPr>
          <a:xfrm>
            <a:off x="6870817" y="2422565"/>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15" name="Google Shape;115;p18"/>
          <p:cNvSpPr>
            <a:spLocks noGrp="1" noEditPoints="1"/>
          </p:cNvSpPr>
          <p:nvPr>
            <p:ph type="body" idx="6"/>
          </p:nvPr>
        </p:nvSpPr>
        <p:spPr>
          <a:xfrm>
            <a:off x="6870816" y="2807811"/>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16" name="Google Shape;116;p18"/>
          <p:cNvSpPr>
            <a:spLocks noGrp="1" noEditPoints="1"/>
          </p:cNvSpPr>
          <p:nvPr>
            <p:ph type="pic" idx="7"/>
          </p:nvPr>
        </p:nvSpPr>
        <p:spPr>
          <a:xfrm>
            <a:off x="750429" y="4254273"/>
            <a:ext cx="1200374" cy="1201242"/>
          </a:xfrm>
          <a:prstGeom prst="rect">
            <a:avLst/>
          </a:prstGeom>
          <a:noFill/>
          <a:ln>
            <a:noFill/>
          </a:ln>
        </p:spPr>
        <p:txBody>
          <a:bodyPr/>
          <a:lstStyle/>
          <a:p>
            <a:pPr lvl="0"/>
          </a:p>
        </p:txBody>
      </p:sp>
      <p:sp>
        <p:nvSpPr>
          <p:cNvPr id="117" name="Google Shape;117;p18"/>
          <p:cNvSpPr>
            <a:spLocks noGrp="1" noEditPoints="1"/>
          </p:cNvSpPr>
          <p:nvPr>
            <p:ph type="body" idx="8"/>
          </p:nvPr>
        </p:nvSpPr>
        <p:spPr>
          <a:xfrm>
            <a:off x="2123351" y="4498793"/>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18" name="Google Shape;118;p18"/>
          <p:cNvSpPr>
            <a:spLocks noGrp="1" noEditPoints="1"/>
          </p:cNvSpPr>
          <p:nvPr>
            <p:ph type="body" idx="9"/>
          </p:nvPr>
        </p:nvSpPr>
        <p:spPr>
          <a:xfrm>
            <a:off x="2123350" y="4884039"/>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19" name="Google Shape;119;p18"/>
          <p:cNvSpPr>
            <a:spLocks noGrp="1" noEditPoints="1"/>
          </p:cNvSpPr>
          <p:nvPr>
            <p:ph type="pic" idx="13"/>
          </p:nvPr>
        </p:nvSpPr>
        <p:spPr>
          <a:xfrm>
            <a:off x="5495813" y="4254273"/>
            <a:ext cx="1200374" cy="1201242"/>
          </a:xfrm>
          <a:prstGeom prst="rect">
            <a:avLst/>
          </a:prstGeom>
          <a:noFill/>
          <a:ln>
            <a:noFill/>
          </a:ln>
        </p:spPr>
        <p:txBody>
          <a:bodyPr/>
          <a:lstStyle/>
          <a:p>
            <a:pPr lvl="0"/>
          </a:p>
        </p:txBody>
      </p:sp>
      <p:sp>
        <p:nvSpPr>
          <p:cNvPr id="120" name="Google Shape;120;p18"/>
          <p:cNvSpPr>
            <a:spLocks noGrp="1" noEditPoints="1"/>
          </p:cNvSpPr>
          <p:nvPr>
            <p:ph type="body" idx="14"/>
          </p:nvPr>
        </p:nvSpPr>
        <p:spPr>
          <a:xfrm>
            <a:off x="6870817" y="4498793"/>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21" name="Google Shape;121;p18"/>
          <p:cNvSpPr>
            <a:spLocks noGrp="1" noEditPoints="1"/>
          </p:cNvSpPr>
          <p:nvPr>
            <p:ph type="body" idx="15"/>
          </p:nvPr>
        </p:nvSpPr>
        <p:spPr>
          <a:xfrm>
            <a:off x="6870816" y="4884039"/>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22" name="Google Shape;122;p18"/>
          <p:cNvSpPr>
            <a:spLocks noGrp="1" noEditPoints="1"/>
          </p:cNvSpPr>
          <p:nvPr>
            <p:ph type="dt" idx="10"/>
          </p:nvPr>
        </p:nvSpPr>
        <p:spPr>
          <a:xfrm>
            <a:off x="381000" y="6356350"/>
            <a:ext cx="1569803"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23" name="Google Shape;123;p18"/>
          <p:cNvSpPr>
            <a:spLocks noGrp="1" noEditPoints="1"/>
          </p:cNvSpPr>
          <p:nvPr>
            <p:ph type="ftr" idx="11"/>
          </p:nvPr>
        </p:nvSpPr>
        <p:spPr>
          <a:xfrm>
            <a:off x="2871106"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24" name="Google Shape;124;p18"/>
          <p:cNvSpPr>
            <a:spLocks noGrp="1" noEditPoints="1"/>
          </p:cNvSpPr>
          <p:nvPr>
            <p:ph type="sldNum" idx="12"/>
          </p:nvPr>
        </p:nvSpPr>
        <p:spPr>
          <a:xfrm>
            <a:off x="8332334" y="6356350"/>
            <a:ext cx="1167495"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
        <p:nvSpPr>
          <p:cNvPr id="125" name="Google Shape;125;p18"/>
          <p:cNvSpPr/>
          <p:nvPr/>
        </p:nvSpPr>
        <p:spPr>
          <a:xfrm rot="5400000" flipH="1">
            <a:off x="9499940" y="355410"/>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26" name="Google Shape;126;p18"/>
          <p:cNvSpPr/>
          <p:nvPr/>
        </p:nvSpPr>
        <p:spPr>
          <a:xfrm flipH="1">
            <a:off x="10866436" y="1879977"/>
            <a:ext cx="1325563" cy="1325563"/>
          </a:xfrm>
          <a:custGeom>
            <a:avLst/>
            <a:rect l="l" t="t" r="r" b="b"/>
            <a:pathLst>
              <a:path w="1167493" h="1167493">
                <a:moveTo>
                  <a:pt x="0" y="0"/>
                </a:moveTo>
                <a:lnTo>
                  <a:pt x="1167493" y="0"/>
                </a:lnTo>
                <a:cubicBezTo>
                  <a:pt x="522704" y="0"/>
                  <a:pt x="0" y="522704"/>
                  <a:pt x="0" y="1167493"/>
                </a:cubicBezTo>
                <a:lnTo>
                  <a:pt x="0" y="0"/>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27" name="Google Shape;127;p18"/>
          <p:cNvSpPr/>
          <p:nvPr/>
        </p:nvSpPr>
        <p:spPr>
          <a:xfrm>
            <a:off x="11024507" y="-1664"/>
            <a:ext cx="1167494" cy="1881641"/>
          </a:xfrm>
          <a:custGeom>
            <a:av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lnTo>
                  <a:pt x="1167473"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28" name="Google Shape;128;p18"/>
          <p:cNvSpPr/>
          <p:nvPr/>
        </p:nvSpPr>
        <p:spPr>
          <a:xfrm>
            <a:off x="10334091" y="2737752"/>
            <a:ext cx="1380830" cy="1380830"/>
          </a:xfrm>
          <a:prstGeom prst="ellipse">
            <a:avLst/>
          </a:pr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29" name="Google Shape;129;p18"/>
          <p:cNvSpPr/>
          <p:nvPr/>
        </p:nvSpPr>
        <p:spPr>
          <a:xfrm rot="-5400000" flipH="1">
            <a:off x="10667432" y="5333432"/>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30" name="Google Shape;130;p18"/>
          <p:cNvSpPr/>
          <p:nvPr/>
        </p:nvSpPr>
        <p:spPr>
          <a:xfrm rot="10800000" flipH="1">
            <a:off x="9857012" y="3651505"/>
            <a:ext cx="1325563" cy="1325563"/>
          </a:xfrm>
          <a:custGeom>
            <a:avLst/>
            <a:rect l="l" t="t" r="r" b="b"/>
            <a:pathLst>
              <a:path w="1167493" h="1167493">
                <a:moveTo>
                  <a:pt x="0" y="0"/>
                </a:moveTo>
                <a:lnTo>
                  <a:pt x="1167493" y="0"/>
                </a:lnTo>
                <a:cubicBezTo>
                  <a:pt x="522704" y="0"/>
                  <a:pt x="0" y="522704"/>
                  <a:pt x="0" y="1167493"/>
                </a:cubicBezTo>
                <a:lnTo>
                  <a:pt x="0" y="0"/>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31" name="Google Shape;131;p18"/>
          <p:cNvSpPr/>
          <p:nvPr/>
        </p:nvSpPr>
        <p:spPr>
          <a:xfrm rot="10800000">
            <a:off x="9857013" y="4976359"/>
            <a:ext cx="1167494" cy="1881641"/>
          </a:xfrm>
          <a:custGeom>
            <a:avLst/>
            <a:rect l="l" t="t" r="r" b="b"/>
            <a:pathLst>
              <a:path w="1167494" h="1881641">
                <a:moveTo>
                  <a:pt x="1167473" y="0"/>
                </a:moveTo>
                <a:lnTo>
                  <a:pt x="1167493" y="0"/>
                </a:lnTo>
                <a:lnTo>
                  <a:pt x="1167493" y="714148"/>
                </a:lnTo>
                <a:lnTo>
                  <a:pt x="1166666" y="730534"/>
                </a:lnTo>
                <a:lnTo>
                  <a:pt x="1167494" y="730534"/>
                </a:lnTo>
                <a:lnTo>
                  <a:pt x="1167494" y="1378059"/>
                </a:lnTo>
                <a:lnTo>
                  <a:pt x="1167493" y="1378059"/>
                </a:lnTo>
                <a:lnTo>
                  <a:pt x="1167493" y="1881641"/>
                </a:lnTo>
                <a:lnTo>
                  <a:pt x="0" y="1881641"/>
                </a:lnTo>
                <a:lnTo>
                  <a:pt x="0" y="1234116"/>
                </a:lnTo>
                <a:lnTo>
                  <a:pt x="0" y="1167492"/>
                </a:lnTo>
                <a:cubicBezTo>
                  <a:pt x="0" y="563002"/>
                  <a:pt x="459408" y="65814"/>
                  <a:pt x="1048124" y="6027"/>
                </a:cubicBezTo>
                <a:lnTo>
                  <a:pt x="1167473"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Whole team">
    <p:bg>
      <p:bgPr>
        <a:solidFill>
          <a:schemeClr val="accent2"/>
        </a:solidFill>
      </p:bgPr>
    </p:bg>
    <p:spTree>
      <p:nvGrpSpPr>
        <p:cNvPr id="1" name=""/>
        <p:cNvGrpSpPr/>
        <p:nvPr/>
      </p:nvGrpSpPr>
      <p:grpSpPr>
        <a:xfrm>
          <a:off x="0" y="0"/>
          <a:ext cx="0" cy="0"/>
          <a:chOff x="0" y="0"/>
          <a:chExt cx="0" cy="0"/>
        </a:xfrm>
      </p:grpSpPr>
      <p:sp>
        <p:nvSpPr>
          <p:cNvPr id="133" name="Google Shape;133;p19"/>
          <p:cNvSpPr>
            <a:spLocks noGrp="1" noEditPoints="1"/>
          </p:cNvSpPr>
          <p:nvPr>
            <p:ph type="title"/>
          </p:nvPr>
        </p:nvSpPr>
        <p:spPr>
          <a:xfrm>
            <a:off x="750430" y="381000"/>
            <a:ext cx="10678142" cy="1325563"/>
          </a:xfrm>
          <a:prstGeom prst="rect">
            <a:avLst/>
          </a:prstGeom>
          <a:noFill/>
          <a:ln>
            <a:noFill/>
          </a:ln>
        </p:spPr>
        <p:txBody>
          <a:bodyPr wrap="square" lIns="0"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34" name="Google Shape;134;p19"/>
          <p:cNvSpPr>
            <a:spLocks noGrp="1" noEditPoints="1"/>
          </p:cNvSpPr>
          <p:nvPr>
            <p:ph type="pic" idx="2"/>
          </p:nvPr>
        </p:nvSpPr>
        <p:spPr>
          <a:xfrm>
            <a:off x="750429" y="2068734"/>
            <a:ext cx="904987" cy="905641"/>
          </a:xfrm>
          <a:prstGeom prst="rect">
            <a:avLst/>
          </a:prstGeom>
          <a:noFill/>
          <a:ln>
            <a:noFill/>
          </a:ln>
        </p:spPr>
        <p:txBody>
          <a:bodyPr/>
          <a:lstStyle/>
          <a:p>
            <a:pPr lvl="0"/>
          </a:p>
        </p:txBody>
      </p:sp>
      <p:sp>
        <p:nvSpPr>
          <p:cNvPr id="135" name="Google Shape;135;p19"/>
          <p:cNvSpPr>
            <a:spLocks noGrp="1" noEditPoints="1"/>
          </p:cNvSpPr>
          <p:nvPr>
            <p:ph type="body" idx="1"/>
          </p:nvPr>
        </p:nvSpPr>
        <p:spPr>
          <a:xfrm>
            <a:off x="750430" y="2994545"/>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36" name="Google Shape;136;p19"/>
          <p:cNvSpPr>
            <a:spLocks noGrp="1" noEditPoints="1"/>
          </p:cNvSpPr>
          <p:nvPr>
            <p:ph type="body" idx="3"/>
          </p:nvPr>
        </p:nvSpPr>
        <p:spPr>
          <a:xfrm>
            <a:off x="750429" y="3379791"/>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37" name="Google Shape;137;p19"/>
          <p:cNvSpPr>
            <a:spLocks noGrp="1" noEditPoints="1"/>
          </p:cNvSpPr>
          <p:nvPr>
            <p:ph type="pic" idx="4"/>
          </p:nvPr>
        </p:nvSpPr>
        <p:spPr>
          <a:xfrm>
            <a:off x="3549397" y="2068734"/>
            <a:ext cx="904987" cy="905641"/>
          </a:xfrm>
          <a:prstGeom prst="rect">
            <a:avLst/>
          </a:prstGeom>
          <a:noFill/>
          <a:ln>
            <a:noFill/>
          </a:ln>
        </p:spPr>
        <p:txBody>
          <a:bodyPr/>
          <a:lstStyle/>
          <a:p>
            <a:pPr lvl="0"/>
          </a:p>
        </p:txBody>
      </p:sp>
      <p:sp>
        <p:nvSpPr>
          <p:cNvPr id="138" name="Google Shape;138;p19"/>
          <p:cNvSpPr>
            <a:spLocks noGrp="1" noEditPoints="1"/>
          </p:cNvSpPr>
          <p:nvPr>
            <p:ph type="body" idx="5"/>
          </p:nvPr>
        </p:nvSpPr>
        <p:spPr>
          <a:xfrm>
            <a:off x="3549398" y="2994545"/>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39" name="Google Shape;139;p19"/>
          <p:cNvSpPr>
            <a:spLocks noGrp="1" noEditPoints="1"/>
          </p:cNvSpPr>
          <p:nvPr>
            <p:ph type="body" idx="6"/>
          </p:nvPr>
        </p:nvSpPr>
        <p:spPr>
          <a:xfrm>
            <a:off x="3549397" y="3379791"/>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40" name="Google Shape;140;p19"/>
          <p:cNvSpPr>
            <a:spLocks noGrp="1" noEditPoints="1"/>
          </p:cNvSpPr>
          <p:nvPr>
            <p:ph type="pic" idx="7"/>
          </p:nvPr>
        </p:nvSpPr>
        <p:spPr>
          <a:xfrm>
            <a:off x="6348367" y="2068734"/>
            <a:ext cx="904987" cy="905641"/>
          </a:xfrm>
          <a:prstGeom prst="rect">
            <a:avLst/>
          </a:prstGeom>
          <a:noFill/>
          <a:ln>
            <a:noFill/>
          </a:ln>
        </p:spPr>
        <p:txBody>
          <a:bodyPr/>
          <a:lstStyle/>
          <a:p>
            <a:pPr lvl="0"/>
          </a:p>
        </p:txBody>
      </p:sp>
      <p:sp>
        <p:nvSpPr>
          <p:cNvPr id="141" name="Google Shape;141;p19"/>
          <p:cNvSpPr>
            <a:spLocks noGrp="1" noEditPoints="1"/>
          </p:cNvSpPr>
          <p:nvPr>
            <p:ph type="body" idx="8"/>
          </p:nvPr>
        </p:nvSpPr>
        <p:spPr>
          <a:xfrm>
            <a:off x="6348368" y="2994545"/>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42" name="Google Shape;142;p19"/>
          <p:cNvSpPr>
            <a:spLocks noGrp="1" noEditPoints="1"/>
          </p:cNvSpPr>
          <p:nvPr>
            <p:ph type="body" idx="9"/>
          </p:nvPr>
        </p:nvSpPr>
        <p:spPr>
          <a:xfrm>
            <a:off x="6348367" y="3379791"/>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43" name="Google Shape;143;p19"/>
          <p:cNvSpPr>
            <a:spLocks noGrp="1" noEditPoints="1"/>
          </p:cNvSpPr>
          <p:nvPr>
            <p:ph type="pic" idx="13"/>
          </p:nvPr>
        </p:nvSpPr>
        <p:spPr>
          <a:xfrm>
            <a:off x="9147335" y="2068734"/>
            <a:ext cx="904987" cy="905641"/>
          </a:xfrm>
          <a:prstGeom prst="rect">
            <a:avLst/>
          </a:prstGeom>
          <a:noFill/>
          <a:ln>
            <a:noFill/>
          </a:ln>
        </p:spPr>
        <p:txBody>
          <a:bodyPr/>
          <a:lstStyle/>
          <a:p>
            <a:pPr lvl="0"/>
          </a:p>
        </p:txBody>
      </p:sp>
      <p:sp>
        <p:nvSpPr>
          <p:cNvPr id="144" name="Google Shape;144;p19"/>
          <p:cNvSpPr>
            <a:spLocks noGrp="1" noEditPoints="1"/>
          </p:cNvSpPr>
          <p:nvPr>
            <p:ph type="body" idx="14"/>
          </p:nvPr>
        </p:nvSpPr>
        <p:spPr>
          <a:xfrm>
            <a:off x="9147336" y="2994545"/>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45" name="Google Shape;145;p19"/>
          <p:cNvSpPr>
            <a:spLocks noGrp="1" noEditPoints="1"/>
          </p:cNvSpPr>
          <p:nvPr>
            <p:ph type="body" idx="15"/>
          </p:nvPr>
        </p:nvSpPr>
        <p:spPr>
          <a:xfrm>
            <a:off x="9147335" y="3379791"/>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46" name="Google Shape;146;p19"/>
          <p:cNvSpPr>
            <a:spLocks noGrp="1" noEditPoints="1"/>
          </p:cNvSpPr>
          <p:nvPr>
            <p:ph type="pic" idx="16"/>
          </p:nvPr>
        </p:nvSpPr>
        <p:spPr>
          <a:xfrm>
            <a:off x="750429" y="4118551"/>
            <a:ext cx="904987" cy="905641"/>
          </a:xfrm>
          <a:prstGeom prst="rect">
            <a:avLst/>
          </a:prstGeom>
          <a:noFill/>
          <a:ln>
            <a:noFill/>
          </a:ln>
        </p:spPr>
        <p:txBody>
          <a:bodyPr/>
          <a:lstStyle/>
          <a:p>
            <a:pPr lvl="0"/>
          </a:p>
        </p:txBody>
      </p:sp>
      <p:sp>
        <p:nvSpPr>
          <p:cNvPr id="147" name="Google Shape;147;p19"/>
          <p:cNvSpPr>
            <a:spLocks noGrp="1" noEditPoints="1"/>
          </p:cNvSpPr>
          <p:nvPr>
            <p:ph type="body" idx="17"/>
          </p:nvPr>
        </p:nvSpPr>
        <p:spPr>
          <a:xfrm>
            <a:off x="750430" y="5044362"/>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48" name="Google Shape;148;p19"/>
          <p:cNvSpPr>
            <a:spLocks noGrp="1" noEditPoints="1"/>
          </p:cNvSpPr>
          <p:nvPr>
            <p:ph type="body" idx="18"/>
          </p:nvPr>
        </p:nvSpPr>
        <p:spPr>
          <a:xfrm>
            <a:off x="750429" y="5429608"/>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49" name="Google Shape;149;p19"/>
          <p:cNvSpPr>
            <a:spLocks noGrp="1" noEditPoints="1"/>
          </p:cNvSpPr>
          <p:nvPr>
            <p:ph type="pic" idx="19"/>
          </p:nvPr>
        </p:nvSpPr>
        <p:spPr>
          <a:xfrm>
            <a:off x="3549397" y="4118551"/>
            <a:ext cx="904987" cy="905641"/>
          </a:xfrm>
          <a:prstGeom prst="rect">
            <a:avLst/>
          </a:prstGeom>
          <a:noFill/>
          <a:ln>
            <a:noFill/>
          </a:ln>
        </p:spPr>
        <p:txBody>
          <a:bodyPr/>
          <a:lstStyle/>
          <a:p>
            <a:pPr lvl="0"/>
          </a:p>
        </p:txBody>
      </p:sp>
      <p:sp>
        <p:nvSpPr>
          <p:cNvPr id="150" name="Google Shape;150;p19"/>
          <p:cNvSpPr>
            <a:spLocks noGrp="1" noEditPoints="1"/>
          </p:cNvSpPr>
          <p:nvPr>
            <p:ph type="body" idx="20"/>
          </p:nvPr>
        </p:nvSpPr>
        <p:spPr>
          <a:xfrm>
            <a:off x="3549398" y="5044362"/>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51" name="Google Shape;151;p19"/>
          <p:cNvSpPr>
            <a:spLocks noGrp="1" noEditPoints="1"/>
          </p:cNvSpPr>
          <p:nvPr>
            <p:ph type="body" idx="21"/>
          </p:nvPr>
        </p:nvSpPr>
        <p:spPr>
          <a:xfrm>
            <a:off x="3549397" y="5429608"/>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52" name="Google Shape;152;p19"/>
          <p:cNvSpPr>
            <a:spLocks noGrp="1" noEditPoints="1"/>
          </p:cNvSpPr>
          <p:nvPr>
            <p:ph type="pic" idx="22"/>
          </p:nvPr>
        </p:nvSpPr>
        <p:spPr>
          <a:xfrm>
            <a:off x="6348367" y="4118551"/>
            <a:ext cx="904987" cy="905641"/>
          </a:xfrm>
          <a:prstGeom prst="rect">
            <a:avLst/>
          </a:prstGeom>
          <a:noFill/>
          <a:ln>
            <a:noFill/>
          </a:ln>
        </p:spPr>
        <p:txBody>
          <a:bodyPr/>
          <a:lstStyle/>
          <a:p>
            <a:pPr lvl="0"/>
          </a:p>
        </p:txBody>
      </p:sp>
      <p:sp>
        <p:nvSpPr>
          <p:cNvPr id="153" name="Google Shape;153;p19"/>
          <p:cNvSpPr>
            <a:spLocks noGrp="1" noEditPoints="1"/>
          </p:cNvSpPr>
          <p:nvPr>
            <p:ph type="body" idx="23"/>
          </p:nvPr>
        </p:nvSpPr>
        <p:spPr>
          <a:xfrm>
            <a:off x="6348368" y="5044362"/>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54" name="Google Shape;154;p19"/>
          <p:cNvSpPr>
            <a:spLocks noGrp="1" noEditPoints="1"/>
          </p:cNvSpPr>
          <p:nvPr>
            <p:ph type="body" idx="24"/>
          </p:nvPr>
        </p:nvSpPr>
        <p:spPr>
          <a:xfrm>
            <a:off x="6348367" y="5429608"/>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55" name="Google Shape;155;p19"/>
          <p:cNvSpPr>
            <a:spLocks noGrp="1" noEditPoints="1"/>
          </p:cNvSpPr>
          <p:nvPr>
            <p:ph type="pic" idx="25"/>
          </p:nvPr>
        </p:nvSpPr>
        <p:spPr>
          <a:xfrm>
            <a:off x="9147335" y="4118551"/>
            <a:ext cx="904987" cy="905641"/>
          </a:xfrm>
          <a:prstGeom prst="rect">
            <a:avLst/>
          </a:prstGeom>
          <a:noFill/>
          <a:ln>
            <a:noFill/>
          </a:ln>
        </p:spPr>
        <p:txBody>
          <a:bodyPr/>
          <a:lstStyle/>
          <a:p>
            <a:pPr lvl="0"/>
          </a:p>
        </p:txBody>
      </p:sp>
      <p:sp>
        <p:nvSpPr>
          <p:cNvPr id="156" name="Google Shape;156;p19"/>
          <p:cNvSpPr>
            <a:spLocks noGrp="1" noEditPoints="1"/>
          </p:cNvSpPr>
          <p:nvPr>
            <p:ph type="body" idx="26"/>
          </p:nvPr>
        </p:nvSpPr>
        <p:spPr>
          <a:xfrm>
            <a:off x="9147336" y="5044362"/>
            <a:ext cx="2281237" cy="347662"/>
          </a:xfrm>
          <a:prstGeom prst="rect">
            <a:avLst/>
          </a:prstGeom>
          <a:noFill/>
          <a:ln>
            <a:noFill/>
          </a:ln>
        </p:spPr>
        <p:txBody>
          <a:bodyPr wrap="square" lIns="0" tIns="0" rIns="0" bIns="0" anchor="b">
            <a:noAutofit/>
          </a:bodyPr>
          <a:lstStyle>
            <a:lvl1pPr marL="457200" indent="-228600" algn="l">
              <a:lnSpc>
                <a:spcPct val="100000"/>
              </a:lnSpc>
              <a:spcBef>
                <a:spcPts val="0"/>
              </a:spcBef>
              <a:spcAft>
                <a:spcPts val="0"/>
              </a:spcAft>
              <a:buClr>
                <a:schemeClr val="dk1"/>
              </a:buClr>
              <a:buSzPts val="1800"/>
              <a:buNone/>
              <a:defRPr sz="1800" b="1">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57" name="Google Shape;157;p19"/>
          <p:cNvSpPr>
            <a:spLocks noGrp="1" noEditPoints="1"/>
          </p:cNvSpPr>
          <p:nvPr>
            <p:ph type="body" idx="27"/>
          </p:nvPr>
        </p:nvSpPr>
        <p:spPr>
          <a:xfrm>
            <a:off x="9147335" y="5429608"/>
            <a:ext cx="2281237" cy="347662"/>
          </a:xfrm>
          <a:prstGeom prst="rect">
            <a:avLst/>
          </a:prstGeom>
          <a:noFill/>
          <a:ln>
            <a:noFill/>
          </a:ln>
        </p:spPr>
        <p:txBody>
          <a:bodyPr wrap="square" lIns="0" tIns="0" rIns="0" bIns="0" anchor="t">
            <a:noAutofit/>
          </a:bodyPr>
          <a:lstStyle>
            <a:lvl1pPr marL="457200" indent="-228600" algn="l">
              <a:lnSpc>
                <a:spcPct val="100000"/>
              </a:lnSpc>
              <a:spcBef>
                <a:spcPts val="0"/>
              </a:spcBef>
              <a:spcAft>
                <a:spcPts val="0"/>
              </a:spcAft>
              <a:buClr>
                <a:schemeClr val="dk1"/>
              </a:buClr>
              <a:buSzPts val="1400"/>
              <a:buNone/>
              <a:defRPr sz="1400" b="0">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342900" algn="l">
              <a:lnSpc>
                <a:spcPct val="90000"/>
              </a:lnSpc>
              <a:spcBef>
                <a:spcPts val="500"/>
              </a:spcBef>
              <a:spcAft>
                <a:spcPts val="0"/>
              </a:spcAft>
              <a:buClr>
                <a:schemeClr val="dk1"/>
              </a:buClr>
              <a:buSzPts val="1800"/>
              <a:buChar char="•"/>
            </a:lvl2pPr>
            <a:lvl3pPr marL="1371600" lvl="2" indent="-342900" algn="l">
              <a:lnSpc>
                <a:spcPct val="90000"/>
              </a:lnSpc>
              <a:spcBef>
                <a:spcPts val="500"/>
              </a:spcBef>
              <a:spcAft>
                <a:spcPts val="0"/>
              </a:spcAft>
              <a:buClr>
                <a:schemeClr val="dk1"/>
              </a:buClr>
              <a:buSzPts val="1800"/>
              <a:buChar char="•"/>
            </a:lvl3pPr>
            <a:lvl4pPr marL="1828800" lvl="3" indent="-342900" algn="l">
              <a:lnSpc>
                <a:spcPct val="90000"/>
              </a:lnSpc>
              <a:spcBef>
                <a:spcPts val="500"/>
              </a:spcBef>
              <a:spcAft>
                <a:spcPts val="0"/>
              </a:spcAft>
              <a:buClr>
                <a:schemeClr val="dk1"/>
              </a:buClr>
              <a:buSzPts val="1800"/>
              <a:buChar char="•"/>
            </a:lvl4pPr>
            <a:lvl5pPr marL="2286000" lvl="4" indent="-342900" algn="l">
              <a:lnSpc>
                <a:spcPct val="90000"/>
              </a:lnSpc>
              <a:spcBef>
                <a:spcPts val="500"/>
              </a:spcBef>
              <a:spcAft>
                <a:spcPts val="0"/>
              </a:spcAft>
              <a:buClr>
                <a:schemeClr val="dk1"/>
              </a:buClr>
              <a:buSzPts val="1800"/>
              <a:buChar cha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58" name="Google Shape;158;p19"/>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59" name="Google Shape;159;p19"/>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60" name="Google Shape;160;p19"/>
          <p:cNvSpPr>
            <a:spLocks noGrp="1" noEditPoints="1"/>
          </p:cNvSpPr>
          <p:nvPr>
            <p:ph type="sldNum" idx="12"/>
          </p:nvPr>
        </p:nvSpPr>
        <p:spPr>
          <a:xfrm>
            <a:off x="9067800" y="6356350"/>
            <a:ext cx="2743200"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Timeline">
    <p:bg>
      <p:bgPr>
        <a:solidFill>
          <a:schemeClr val="accent1"/>
        </a:solidFill>
      </p:bgPr>
    </p:bg>
    <p:spTree>
      <p:nvGrpSpPr>
        <p:cNvPr id="1" name=""/>
        <p:cNvGrpSpPr/>
        <p:nvPr/>
      </p:nvGrpSpPr>
      <p:grpSpPr>
        <a:xfrm>
          <a:off x="0" y="0"/>
          <a:ext cx="0" cy="0"/>
          <a:chOff x="0" y="0"/>
          <a:chExt cx="0" cy="0"/>
        </a:xfrm>
      </p:grpSpPr>
      <p:sp>
        <p:nvSpPr>
          <p:cNvPr id="162" name="Google Shape;162;p20"/>
          <p:cNvSpPr/>
          <p:nvPr/>
        </p:nvSpPr>
        <p:spPr>
          <a:xfrm flipH="1">
            <a:off x="8580896" y="1"/>
            <a:ext cx="3611104" cy="3611104"/>
          </a:xfrm>
          <a:custGeom>
            <a:avLst/>
            <a:rect l="l" t="t" r="r" b="b"/>
            <a:pathLst>
              <a:path w="1167493" h="1167493">
                <a:moveTo>
                  <a:pt x="0" y="0"/>
                </a:moveTo>
                <a:lnTo>
                  <a:pt x="1167493" y="0"/>
                </a:lnTo>
                <a:cubicBezTo>
                  <a:pt x="522704" y="0"/>
                  <a:pt x="0" y="522704"/>
                  <a:pt x="0" y="1167493"/>
                </a:cubicBezTo>
                <a:lnTo>
                  <a:pt x="0" y="0"/>
                </a:lnTo>
                <a:close/>
              </a:path>
            </a:pathLst>
          </a:custGeom>
          <a:solidFill>
            <a:schemeClr val="l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63" name="Google Shape;163;p20"/>
          <p:cNvSpPr/>
          <p:nvPr/>
        </p:nvSpPr>
        <p:spPr>
          <a:xfrm rot="5400000" flipH="1">
            <a:off x="1" y="3246896"/>
            <a:ext cx="3611104" cy="3611104"/>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l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64" name="Google Shape;164;p20"/>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lt1"/>
              </a:buClr>
              <a:buSzPts val="4800"/>
              <a:buFont typeface="Arial" pitchFamily="34" charset="0" panose="020B0604020202020204"/>
              <a:buNone/>
              <a:defRPr sz="4800" b="1">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65" name="Google Shape;165;p20"/>
          <p:cNvSpPr>
            <a:spLocks noGrp="1" noEditPoints="1"/>
          </p:cNvSpPr>
          <p:nvPr>
            <p:ph type="body" idx="1"/>
          </p:nvPr>
        </p:nvSpPr>
        <p:spPr>
          <a:xfrm>
            <a:off x="1167493" y="2087561"/>
            <a:ext cx="9779182" cy="3366815"/>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lt1"/>
              </a:buClr>
              <a:buSzPts val="2800"/>
              <a:buNone/>
              <a:defRPr>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lt1"/>
              </a:buClr>
              <a:buSzPts val="2400"/>
              <a:buNone/>
              <a:defRPr>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lt1"/>
              </a:buClr>
              <a:buSzPts val="2000"/>
              <a:buNone/>
              <a:defRPr>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lt1"/>
              </a:buClr>
              <a:buSzPts val="1800"/>
              <a:buNone/>
              <a:defRPr>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lt1"/>
              </a:buClr>
              <a:buSzPts val="1800"/>
              <a:buNone/>
              <a:defRPr>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66" name="Google Shape;166;p20"/>
          <p:cNvSpPr>
            <a:spLocks noGrp="1" noEditPoints="1"/>
          </p:cNvSpPr>
          <p:nvPr>
            <p:ph type="dt" idx="10"/>
          </p:nvPr>
        </p:nvSpPr>
        <p:spPr>
          <a:xfrm>
            <a:off x="381000" y="6356350"/>
            <a:ext cx="1701018"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67" name="Google Shape;167;p20"/>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68" name="Google Shape;168;p20"/>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 Title and Content">
    <p:spTree>
      <p:nvGrpSpPr>
        <p:cNvPr id="1" name=""/>
        <p:cNvGrpSpPr/>
        <p:nvPr/>
      </p:nvGrpSpPr>
      <p:grpSpPr>
        <a:xfrm>
          <a:off x="0" y="0"/>
          <a:ext cx="0" cy="0"/>
          <a:chOff x="0" y="0"/>
          <a:chExt cx="0" cy="0"/>
        </a:xfrm>
      </p:grpSpPr>
      <p:sp>
        <p:nvSpPr>
          <p:cNvPr id="170" name="Google Shape;170;p21"/>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lvl1pPr algn="l">
              <a:lnSpc>
                <a:spcPct val="90000"/>
              </a:lnSpc>
              <a:spcBef>
                <a:spcPts val="0"/>
              </a:spcBef>
              <a:spcAft>
                <a:spcPts val="0"/>
              </a:spcAft>
              <a:buClr>
                <a:schemeClr val="dk1"/>
              </a:buClr>
              <a:buSzPts val="4800"/>
              <a:buFont typeface="Arial" pitchFamily="34" charset="0" panose="020B0604020202020204"/>
              <a:buNone/>
              <a:defRPr sz="4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lvl2pPr>
            <a:lvl3pPr lvl="2">
              <a:spcBef>
                <a:spcPts val="0"/>
              </a:spcBef>
              <a:spcAft>
                <a:spcPts val="0"/>
              </a:spcAft>
              <a:buSzPts val="1400"/>
              <a:buNone/>
            </a:lvl3pPr>
            <a:lvl4pPr lvl="3">
              <a:spcBef>
                <a:spcPts val="0"/>
              </a:spcBef>
              <a:spcAft>
                <a:spcPts val="0"/>
              </a:spcAft>
              <a:buSzPts val="1400"/>
              <a:buNone/>
            </a:lvl4pPr>
            <a:lvl5pPr lvl="4">
              <a:spcBef>
                <a:spcPts val="0"/>
              </a:spcBef>
              <a:spcAft>
                <a:spcPts val="0"/>
              </a:spcAft>
              <a:buSzPts val="1400"/>
              <a:buNone/>
            </a:lvl5pPr>
            <a:lvl6pPr lvl="5">
              <a:spcBef>
                <a:spcPts val="0"/>
              </a:spcBef>
              <a:spcAft>
                <a:spcPts val="0"/>
              </a:spcAft>
              <a:buSzPts val="1400"/>
              <a:buNone/>
            </a:lvl6pPr>
            <a:lvl7pPr lvl="6">
              <a:spcBef>
                <a:spcPts val="0"/>
              </a:spcBef>
              <a:spcAft>
                <a:spcPts val="0"/>
              </a:spcAft>
              <a:buSzPts val="1400"/>
              <a:buNone/>
            </a:lvl7pPr>
            <a:lvl8pPr lvl="7">
              <a:spcBef>
                <a:spcPts val="0"/>
              </a:spcBef>
              <a:spcAft>
                <a:spcPts val="0"/>
              </a:spcAft>
              <a:buSzPts val="1400"/>
              <a:buNone/>
            </a:lvl8pPr>
            <a:lvl9pPr lvl="8">
              <a:spcBef>
                <a:spcPts val="0"/>
              </a:spcBef>
              <a:spcAft>
                <a:spcPts val="0"/>
              </a:spcAft>
              <a:buSzPts val="1400"/>
              <a:buNone/>
            </a:lvl9pPr>
          </a:lstStyle>
          <a:p/>
        </p:txBody>
      </p:sp>
      <p:sp>
        <p:nvSpPr>
          <p:cNvPr id="171" name="Google Shape;171;p21"/>
          <p:cNvSpPr>
            <a:spLocks noGrp="1" noEditPoints="1"/>
          </p:cNvSpPr>
          <p:nvPr>
            <p:ph type="body" idx="1"/>
          </p:nvPr>
        </p:nvSpPr>
        <p:spPr>
          <a:xfrm>
            <a:off x="1167491" y="2526318"/>
            <a:ext cx="3218688" cy="2828613"/>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000"/>
              <a:buNone/>
              <a:defRPr sz="20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1800"/>
              <a:buNone/>
              <a:defRPr sz="18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600"/>
              <a:buNone/>
              <a:defRPr sz="16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72" name="Google Shape;172;p21"/>
          <p:cNvSpPr/>
          <p:nvPr/>
        </p:nvSpPr>
        <p:spPr>
          <a:xfrm rot="5400000">
            <a:off x="8580896" y="0"/>
            <a:ext cx="3611104" cy="3611104"/>
          </a:xfrm>
          <a:custGeom>
            <a:avLst/>
            <a:rect l="l" t="t" r="r" b="b"/>
            <a:pathLst>
              <a:path w="1167493" h="1167493">
                <a:moveTo>
                  <a:pt x="0" y="0"/>
                </a:moveTo>
                <a:lnTo>
                  <a:pt x="1167493" y="0"/>
                </a:lnTo>
                <a:cubicBezTo>
                  <a:pt x="522704" y="0"/>
                  <a:pt x="0" y="522704"/>
                  <a:pt x="0" y="1167493"/>
                </a:cubicBez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73" name="Google Shape;173;p21"/>
          <p:cNvSpPr/>
          <p:nvPr/>
        </p:nvSpPr>
        <p:spPr>
          <a:xfrm>
            <a:off x="-2364" y="3246896"/>
            <a:ext cx="3611104" cy="3611104"/>
          </a:xfrm>
          <a:custGeom>
            <a:avLst/>
            <a:rect l="l" t="t" r="r" b="b"/>
            <a:pathLst>
              <a:path w="1167493" h="1167493">
                <a:moveTo>
                  <a:pt x="0" y="0"/>
                </a:moveTo>
                <a:cubicBezTo>
                  <a:pt x="0" y="644789"/>
                  <a:pt x="522704" y="1167493"/>
                  <a:pt x="1167493" y="1167493"/>
                </a:cubicBezTo>
                <a:lnTo>
                  <a:pt x="0" y="1167493"/>
                </a:lnTo>
                <a:lnTo>
                  <a:pt x="0" y="0"/>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74" name="Google Shape;174;p21"/>
          <p:cNvSpPr/>
          <p:nvPr/>
        </p:nvSpPr>
        <p:spPr>
          <a:xfrm rot="5400000" flipH="1">
            <a:off x="11258144" y="5924144"/>
            <a:ext cx="933856" cy="933856"/>
          </a:xfrm>
          <a:custGeom>
            <a:avLst/>
            <a:rect l="l" t="t" r="r" b="b"/>
            <a:pathLst>
              <a:path w="862693" h="862693">
                <a:moveTo>
                  <a:pt x="0" y="0"/>
                </a:moveTo>
                <a:lnTo>
                  <a:pt x="862693" y="0"/>
                </a:lnTo>
                <a:cubicBezTo>
                  <a:pt x="862693" y="476453"/>
                  <a:pt x="476452" y="862693"/>
                  <a:pt x="0" y="862693"/>
                </a:cubicBezTo>
                <a:lnTo>
                  <a:pt x="0" y="0"/>
                </a:lnTo>
                <a:close/>
              </a:path>
            </a:pathLst>
          </a:custGeom>
          <a:solidFill>
            <a:schemeClr val="accent3"/>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nvGrpSpPr>
          <p:cNvPr id="175" name="Google Shape;175;p21"/>
          <p:cNvGrpSpPr/>
          <p:nvPr/>
        </p:nvGrpSpPr>
        <p:grpSpPr>
          <a:xfrm>
            <a:off x="2587417" y="5590903"/>
            <a:ext cx="1572380" cy="1267097"/>
            <a:chOff x="7413403" y="4976359"/>
            <a:chExt cx="2334986" cy="1881641"/>
          </a:xfrm>
        </p:grpSpPr>
        <p:sp>
          <p:nvSpPr>
            <p:cNvPr id="176" name="Google Shape;176;p21"/>
            <p:cNvSpPr/>
            <p:nvPr/>
          </p:nvSpPr>
          <p:spPr>
            <a:xfrm rot="-5400000">
              <a:off x="8223822"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accent1"/>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sp>
          <p:nvSpPr>
            <p:cNvPr id="177" name="Google Shape;177;p21"/>
            <p:cNvSpPr/>
            <p:nvPr/>
          </p:nvSpPr>
          <p:spPr>
            <a:xfrm rot="5400000" flipH="1">
              <a:off x="7056329" y="5333433"/>
              <a:ext cx="1881641" cy="1167493"/>
            </a:xfrm>
            <a:custGeom>
              <a:avLst/>
              <a:rect l="l" t="t" r="r" b="b"/>
              <a:pathLst>
                <a:path w="1881641" h="1167493">
                  <a:moveTo>
                    <a:pt x="1881641" y="1167473"/>
                  </a:moveTo>
                  <a:lnTo>
                    <a:pt x="1881641" y="1167493"/>
                  </a:lnTo>
                  <a:lnTo>
                    <a:pt x="1167493" y="1167493"/>
                  </a:lnTo>
                  <a:cubicBezTo>
                    <a:pt x="522704" y="1167493"/>
                    <a:pt x="0" y="644789"/>
                    <a:pt x="0" y="0"/>
                  </a:cubicBezTo>
                  <a:lnTo>
                    <a:pt x="714149" y="0"/>
                  </a:lnTo>
                  <a:cubicBezTo>
                    <a:pt x="1318639" y="0"/>
                    <a:pt x="1815827" y="459408"/>
                    <a:pt x="1875614" y="1048124"/>
                  </a:cubicBezTo>
                  <a:lnTo>
                    <a:pt x="1881641" y="1167473"/>
                  </a:lnTo>
                  <a:close/>
                </a:path>
              </a:pathLst>
            </a:custGeom>
            <a:solidFill>
              <a:schemeClr val="dk2"/>
            </a:solidFill>
            <a:ln>
              <a:noFill/>
            </a:ln>
          </p:spPr>
          <p:txBody>
            <a:bodyPr wrap="square" lIns="91425" tIns="45700" rIns="91425" bIns="45700" anchor="ctr">
              <a:noAutofit/>
            </a:bodyPr>
            <a:lstStyle/>
            <a:p>
              <a:pPr marL="0" marR="0" indent="0" algn="ctr" rtl="0">
                <a:spcBef>
                  <a:spcPts val="0"/>
                </a:spcBef>
                <a:spcAft>
                  <a:spcPts val="0"/>
                </a:spcAft>
                <a:buNone/>
              </a:pPr>
              <a:endParaRPr sz="1800">
                <a:solidFill>
                  <a:schemeClr val="lt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endParaRPr>
            </a:p>
          </p:txBody>
        </p:sp>
      </p:grpSp>
      <p:sp>
        <p:nvSpPr>
          <p:cNvPr id="178" name="Google Shape;178;p21"/>
          <p:cNvSpPr>
            <a:spLocks noGrp="1" noEditPoints="1"/>
          </p:cNvSpPr>
          <p:nvPr>
            <p:ph type="dt" idx="10"/>
          </p:nvPr>
        </p:nvSpPr>
        <p:spPr>
          <a:xfrm>
            <a:off x="381000" y="6356350"/>
            <a:ext cx="1767114" cy="365125"/>
          </a:xfrm>
          <a:prstGeom prst="rect">
            <a:avLst/>
          </a:prstGeom>
          <a:noFill/>
          <a:ln>
            <a:noFill/>
          </a:ln>
        </p:spPr>
        <p:txBody>
          <a:bodyPr wrap="square" lIns="91425" tIns="45700" rIns="91425" bIns="45700" anchor="ctr">
            <a:noAutofit/>
          </a:bodyPr>
          <a:lstStyle>
            <a:lvl1pPr algn="l">
              <a:spcBef>
                <a:spcPts val="0"/>
              </a:spcBef>
              <a:spcAft>
                <a:spcPts val="0"/>
              </a:spcAft>
              <a:buSzPts val="1400"/>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79" name="Google Shape;179;p21"/>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algn="ctr">
              <a:spcBef>
                <a:spcPts val="0"/>
              </a:spcBef>
              <a:spcAft>
                <a:spcPts val="0"/>
              </a:spcAft>
              <a:buSzPts val="1400"/>
              <a:buNone/>
              <a:defRPr sz="1200">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p:txBody>
      </p:sp>
      <p:sp>
        <p:nvSpPr>
          <p:cNvPr id="180" name="Google Shape;180;p21"/>
          <p:cNvSpPr>
            <a:spLocks noGrp="1" noEditPoints="1"/>
          </p:cNvSpPr>
          <p:nvPr>
            <p:ph type="body" idx="2"/>
          </p:nvPr>
        </p:nvSpPr>
        <p:spPr>
          <a:xfrm>
            <a:off x="4683787" y="2526318"/>
            <a:ext cx="3173279" cy="2828613"/>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000"/>
              <a:buNone/>
              <a:defRPr sz="20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1800"/>
              <a:buNone/>
              <a:defRPr sz="18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600"/>
              <a:buNone/>
              <a:defRPr sz="16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81" name="Google Shape;181;p21"/>
          <p:cNvSpPr>
            <a:spLocks noGrp="1" noEditPoints="1"/>
          </p:cNvSpPr>
          <p:nvPr>
            <p:ph type="body" idx="3"/>
          </p:nvPr>
        </p:nvSpPr>
        <p:spPr>
          <a:xfrm>
            <a:off x="1167493" y="2003804"/>
            <a:ext cx="3173278" cy="522514"/>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400"/>
              <a:buNone/>
              <a:defRPr sz="24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000"/>
              <a:buNone/>
              <a:defRPr sz="20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800"/>
              <a:buNone/>
              <a:defRPr sz="1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82" name="Google Shape;182;p21"/>
          <p:cNvSpPr>
            <a:spLocks noGrp="1" noEditPoints="1"/>
          </p:cNvSpPr>
          <p:nvPr>
            <p:ph type="body" idx="4"/>
          </p:nvPr>
        </p:nvSpPr>
        <p:spPr>
          <a:xfrm>
            <a:off x="4683788" y="2003804"/>
            <a:ext cx="3173278" cy="522514"/>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400"/>
              <a:buNone/>
              <a:defRPr sz="24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000"/>
              <a:buNone/>
              <a:defRPr sz="20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800"/>
              <a:buNone/>
              <a:defRPr sz="1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83" name="Google Shape;183;p21"/>
          <p:cNvSpPr>
            <a:spLocks noGrp="1" noEditPoints="1"/>
          </p:cNvSpPr>
          <p:nvPr>
            <p:ph type="body" idx="5"/>
          </p:nvPr>
        </p:nvSpPr>
        <p:spPr>
          <a:xfrm>
            <a:off x="8200082" y="2526318"/>
            <a:ext cx="3173279" cy="2828613"/>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000"/>
              <a:buNone/>
              <a:defRPr sz="20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1800"/>
              <a:buNone/>
              <a:defRPr sz="18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600"/>
              <a:buNone/>
              <a:defRPr sz="16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400"/>
              <a:buNone/>
              <a:defRPr sz="1400">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84" name="Google Shape;184;p21"/>
          <p:cNvSpPr>
            <a:spLocks noGrp="1" noEditPoints="1"/>
          </p:cNvSpPr>
          <p:nvPr>
            <p:ph type="body" idx="6"/>
          </p:nvPr>
        </p:nvSpPr>
        <p:spPr>
          <a:xfrm>
            <a:off x="8200083" y="2003804"/>
            <a:ext cx="3173278" cy="522514"/>
          </a:xfrm>
          <a:prstGeom prst="rect">
            <a:avLst/>
          </a:prstGeom>
          <a:noFill/>
          <a:ln>
            <a:noFill/>
          </a:ln>
        </p:spPr>
        <p:txBody>
          <a:bodyPr wrap="square" lIns="91425" tIns="45700" rIns="91425" bIns="45700" anchor="t">
            <a:noAutofit/>
          </a:bodyPr>
          <a:lstStyle>
            <a:lvl1pPr marL="457200" indent="-228600" algn="l">
              <a:lnSpc>
                <a:spcPct val="90000"/>
              </a:lnSpc>
              <a:spcBef>
                <a:spcPts val="1000"/>
              </a:spcBef>
              <a:spcAft>
                <a:spcPts val="0"/>
              </a:spcAft>
              <a:buClr>
                <a:schemeClr val="dk1"/>
              </a:buClr>
              <a:buSzPts val="2400"/>
              <a:buNone/>
              <a:defRPr sz="24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lvl="1" indent="-228600" algn="l">
              <a:lnSpc>
                <a:spcPct val="90000"/>
              </a:lnSpc>
              <a:spcBef>
                <a:spcPts val="500"/>
              </a:spcBef>
              <a:spcAft>
                <a:spcPts val="0"/>
              </a:spcAft>
              <a:buClr>
                <a:schemeClr val="dk1"/>
              </a:buClr>
              <a:buSzPts val="2000"/>
              <a:buNone/>
              <a:defRPr sz="20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lvl="2" indent="-228600" algn="l">
              <a:lnSpc>
                <a:spcPct val="90000"/>
              </a:lnSpc>
              <a:spcBef>
                <a:spcPts val="500"/>
              </a:spcBef>
              <a:spcAft>
                <a:spcPts val="0"/>
              </a:spcAft>
              <a:buClr>
                <a:schemeClr val="dk1"/>
              </a:buClr>
              <a:buSzPts val="1800"/>
              <a:buNone/>
              <a:defRPr sz="18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lvl="3"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lvl="4" indent="-228600" algn="l">
              <a:lnSpc>
                <a:spcPct val="90000"/>
              </a:lnSpc>
              <a:spcBef>
                <a:spcPts val="500"/>
              </a:spcBef>
              <a:spcAft>
                <a:spcPts val="0"/>
              </a:spcAft>
              <a:buClr>
                <a:schemeClr val="dk1"/>
              </a:buClr>
              <a:buSzPts val="1600"/>
              <a:buNone/>
              <a:defRPr sz="1600" b="1">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lvl="5" indent="-342900" algn="l">
              <a:lnSpc>
                <a:spcPct val="90000"/>
              </a:lnSpc>
              <a:spcBef>
                <a:spcPts val="500"/>
              </a:spcBef>
              <a:spcAft>
                <a:spcPts val="0"/>
              </a:spcAft>
              <a:buClr>
                <a:schemeClr val="dk1"/>
              </a:buClr>
              <a:buSzPts val="1800"/>
              <a:buChar char="•"/>
            </a:lvl6pPr>
            <a:lvl7pPr marL="3200400" lvl="6" indent="-342900" algn="l">
              <a:lnSpc>
                <a:spcPct val="90000"/>
              </a:lnSpc>
              <a:spcBef>
                <a:spcPts val="500"/>
              </a:spcBef>
              <a:spcAft>
                <a:spcPts val="0"/>
              </a:spcAft>
              <a:buClr>
                <a:schemeClr val="dk1"/>
              </a:buClr>
              <a:buSzPts val="1800"/>
              <a:buChar char="•"/>
            </a:lvl7pPr>
            <a:lvl8pPr marL="3657600" lvl="7" indent="-342900" algn="l">
              <a:lnSpc>
                <a:spcPct val="90000"/>
              </a:lnSpc>
              <a:spcBef>
                <a:spcPts val="500"/>
              </a:spcBef>
              <a:spcAft>
                <a:spcPts val="0"/>
              </a:spcAft>
              <a:buClr>
                <a:schemeClr val="dk1"/>
              </a:buClr>
              <a:buSzPts val="1800"/>
              <a:buChar char="•"/>
            </a:lvl8pPr>
            <a:lvl9pPr marL="4114800" lvl="8" indent="-342900" algn="l">
              <a:lnSpc>
                <a:spcPct val="90000"/>
              </a:lnSpc>
              <a:spcBef>
                <a:spcPts val="500"/>
              </a:spcBef>
              <a:spcAft>
                <a:spcPts val="0"/>
              </a:spcAft>
              <a:buClr>
                <a:schemeClr val="dk1"/>
              </a:buClr>
              <a:buSzPts val="1800"/>
              <a:buChar char="•"/>
            </a:lvl9pPr>
          </a:lstStyle>
          <a:p>
            <a:pPr lvl="0"/>
          </a:p>
        </p:txBody>
      </p:sp>
      <p:sp>
        <p:nvSpPr>
          <p:cNvPr id="185" name="Google Shape;185;p21"/>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lvl1pPr marL="0"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a:solidFill>
                  <a:schemeClr val="accent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p:bgPr>
    </p:bg>
    <p:spTree>
      <p:nvGrpSpPr>
        <p:cNvPr id="1" name=""/>
        <p:cNvGrpSpPr/>
        <p:nvPr/>
      </p:nvGrpSpPr>
      <p:grpSpPr>
        <a:xfrm>
          <a:off x="0" y="0"/>
          <a:ext cx="0" cy="0"/>
          <a:chOff x="0" y="0"/>
          <a:chExt cx="0" cy="0"/>
        </a:xfrm>
      </p:grpSpPr>
      <p:sp>
        <p:nvSpPr>
          <p:cNvPr id="10" name="Google Shape;10;p8"/>
          <p:cNvSpPr>
            <a:spLocks noGrp="1" noEditPoints="1"/>
          </p:cNvSpPr>
          <p:nvPr>
            <p:ph type="title"/>
          </p:nvPr>
        </p:nvSpPr>
        <p:spPr>
          <a:xfrm>
            <a:off x="381000" y="381000"/>
            <a:ext cx="11430000" cy="1325563"/>
          </a:xfrm>
          <a:prstGeom prst="rect">
            <a:avLst/>
          </a:prstGeom>
          <a:noFill/>
          <a:ln>
            <a:noFill/>
          </a:ln>
        </p:spPr>
        <p:txBody>
          <a:bodyPr wrap="square" lIns="91425" tIns="45700" rIns="91425" bIns="45700" anchor="ctr">
            <a:noAutofit/>
          </a:bodyPr>
          <a:lstStyle>
            <a:lvl1pPr marR="0" algn="l" rtl="0">
              <a:lnSpc>
                <a:spcPct val="90000"/>
              </a:lnSpc>
              <a:spcBef>
                <a:spcPts val="0"/>
              </a:spcBef>
              <a:spcAft>
                <a:spcPts val="0"/>
              </a:spcAft>
              <a:buClr>
                <a:schemeClr val="dk1"/>
              </a:buClr>
              <a:buSzPts val="4400"/>
              <a:buFont typeface="Arial" pitchFamily="34" charset="0" panose="020B0604020202020204"/>
              <a:buNone/>
              <a:defRPr sz="44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8"/>
          <p:cNvSpPr>
            <a:spLocks noGrp="1" noEditPoints="1"/>
          </p:cNvSpPr>
          <p:nvPr>
            <p:ph type="body" idx="1"/>
          </p:nvPr>
        </p:nvSpPr>
        <p:spPr>
          <a:xfrm>
            <a:off x="381000" y="1825625"/>
            <a:ext cx="11430000" cy="4351338"/>
          </a:xfrm>
          <a:prstGeom prst="rect">
            <a:avLst/>
          </a:prstGeom>
          <a:noFill/>
          <a:ln>
            <a:noFill/>
          </a:ln>
        </p:spPr>
        <p:txBody>
          <a:bodyPr wrap="square" lIns="91425" tIns="45700" rIns="91425" bIns="45700" anchor="t">
            <a:noAutofit/>
          </a:bodyPr>
          <a:lstStyle>
            <a:lvl1pPr marL="457200" marR="0" indent="-406400" algn="l" rtl="0">
              <a:lnSpc>
                <a:spcPct val="90000"/>
              </a:lnSpc>
              <a:spcBef>
                <a:spcPts val="1000"/>
              </a:spcBef>
              <a:spcAft>
                <a:spcPts val="0"/>
              </a:spcAft>
              <a:buClr>
                <a:schemeClr val="dk1"/>
              </a:buClr>
              <a:buSzPts val="2800"/>
              <a:buFont typeface="Arial" pitchFamily="34" charset="0" panose="020B0604020202020204"/>
              <a:buChar char="•"/>
              <a:defRPr sz="2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914400" marR="0" lvl="1" indent="-381000" algn="l" rtl="0">
              <a:lnSpc>
                <a:spcPct val="90000"/>
              </a:lnSpc>
              <a:spcBef>
                <a:spcPts val="500"/>
              </a:spcBef>
              <a:spcAft>
                <a:spcPts val="0"/>
              </a:spcAft>
              <a:buClr>
                <a:schemeClr val="dk1"/>
              </a:buClr>
              <a:buSzPts val="2400"/>
              <a:buFont typeface="Arial" pitchFamily="34" charset="0" panose="020B0604020202020204"/>
              <a:buChar char="•"/>
              <a:defRPr sz="24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1371600" marR="0" lvl="2" indent="-355600" algn="l" rtl="0">
              <a:lnSpc>
                <a:spcPct val="90000"/>
              </a:lnSpc>
              <a:spcBef>
                <a:spcPts val="500"/>
              </a:spcBef>
              <a:spcAft>
                <a:spcPts val="0"/>
              </a:spcAft>
              <a:buClr>
                <a:schemeClr val="dk1"/>
              </a:buClr>
              <a:buSzPts val="2000"/>
              <a:buFont typeface="Arial" pitchFamily="34" charset="0" panose="020B0604020202020204"/>
              <a:buChar char="•"/>
              <a:defRPr sz="20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1828800" marR="0" lvl="3" indent="-342900" algn="l" rtl="0">
              <a:lnSpc>
                <a:spcPct val="90000"/>
              </a:lnSpc>
              <a:spcBef>
                <a:spcPts val="500"/>
              </a:spcBef>
              <a:spcAft>
                <a:spcPts val="0"/>
              </a:spcAft>
              <a:buClr>
                <a:schemeClr val="dk1"/>
              </a:buClr>
              <a:buSzPts val="1800"/>
              <a:buFont typeface="Arial" pitchFamily="34" charset="0" panose="020B0604020202020204"/>
              <a:buChar char="•"/>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2286000" marR="0" lvl="4" indent="-342900" algn="l" rtl="0">
              <a:lnSpc>
                <a:spcPct val="90000"/>
              </a:lnSpc>
              <a:spcBef>
                <a:spcPts val="500"/>
              </a:spcBef>
              <a:spcAft>
                <a:spcPts val="0"/>
              </a:spcAft>
              <a:buClr>
                <a:schemeClr val="dk1"/>
              </a:buClr>
              <a:buSzPts val="1800"/>
              <a:buFont typeface="Arial" pitchFamily="34" charset="0" panose="020B0604020202020204"/>
              <a:buChar char="•"/>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2743200" marR="0" lvl="5" indent="-342900" algn="l" rtl="0">
              <a:lnSpc>
                <a:spcPct val="90000"/>
              </a:lnSpc>
              <a:spcBef>
                <a:spcPts val="500"/>
              </a:spcBef>
              <a:spcAft>
                <a:spcPts val="0"/>
              </a:spcAft>
              <a:buClr>
                <a:schemeClr val="dk1"/>
              </a:buClr>
              <a:buSzPts val="1800"/>
              <a:buFont typeface="Arial" pitchFamily="34" charset="0" panose="020B0604020202020204"/>
              <a:buChar char="•"/>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3200400" marR="0" lvl="6" indent="-342900" algn="l" rtl="0">
              <a:lnSpc>
                <a:spcPct val="90000"/>
              </a:lnSpc>
              <a:spcBef>
                <a:spcPts val="500"/>
              </a:spcBef>
              <a:spcAft>
                <a:spcPts val="0"/>
              </a:spcAft>
              <a:buClr>
                <a:schemeClr val="dk1"/>
              </a:buClr>
              <a:buSzPts val="1800"/>
              <a:buFont typeface="Arial" pitchFamily="34" charset="0" panose="020B0604020202020204"/>
              <a:buChar char="•"/>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3657600" marR="0" lvl="7" indent="-342900" algn="l" rtl="0">
              <a:lnSpc>
                <a:spcPct val="90000"/>
              </a:lnSpc>
              <a:spcBef>
                <a:spcPts val="500"/>
              </a:spcBef>
              <a:spcAft>
                <a:spcPts val="0"/>
              </a:spcAft>
              <a:buClr>
                <a:schemeClr val="dk1"/>
              </a:buClr>
              <a:buSzPts val="1800"/>
              <a:buFont typeface="Arial" pitchFamily="34" charset="0" panose="020B0604020202020204"/>
              <a:buChar char="•"/>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4114800" marR="0" lvl="8" indent="-342900" algn="l" rtl="0">
              <a:lnSpc>
                <a:spcPct val="90000"/>
              </a:lnSpc>
              <a:spcBef>
                <a:spcPts val="500"/>
              </a:spcBef>
              <a:spcAft>
                <a:spcPts val="0"/>
              </a:spcAft>
              <a:buClr>
                <a:schemeClr val="dk1"/>
              </a:buClr>
              <a:buSzPts val="1800"/>
              <a:buFont typeface="Arial" pitchFamily="34" charset="0" panose="020B0604020202020204"/>
              <a:buChar char="•"/>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lvl="0"/>
          </a:p>
        </p:txBody>
      </p:sp>
      <p:sp>
        <p:nvSpPr>
          <p:cNvPr id="12" name="Google Shape;12;p8"/>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lvl1pPr marR="0" algn="l" rtl="0">
              <a:spcBef>
                <a:spcPts val="0"/>
              </a:spcBef>
              <a:spcAft>
                <a:spcPts val="0"/>
              </a:spcAft>
              <a:buSzPts val="1400"/>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lvl="1"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lvl="2"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lvl="3"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lvl="4"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lvl="5"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lvl="6"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lvl="7"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lvl="8"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p:txBody>
      </p:sp>
      <p:sp>
        <p:nvSpPr>
          <p:cNvPr id="13" name="Google Shape;13;p8"/>
          <p:cNvSpPr>
            <a:spLocks noGrp="1" noEditPoints="1"/>
          </p:cNvSpPr>
          <p:nvPr>
            <p:ph type="ftr" idx="11"/>
          </p:nvPr>
        </p:nvSpPr>
        <p:spPr>
          <a:xfrm>
            <a:off x="4038600" y="6356350"/>
            <a:ext cx="4114800" cy="365125"/>
          </a:xfrm>
          <a:prstGeom prst="rect">
            <a:avLst/>
          </a:prstGeom>
          <a:noFill/>
          <a:ln>
            <a:noFill/>
          </a:ln>
        </p:spPr>
        <p:txBody>
          <a:bodyPr wrap="square" lIns="91425" tIns="45700" rIns="91425" bIns="45700" anchor="ctr">
            <a:noAutofit/>
          </a:bodyPr>
          <a:lstStyle>
            <a:lvl1pPr marR="0" algn="ctr" rtl="0">
              <a:spcBef>
                <a:spcPts val="0"/>
              </a:spcBef>
              <a:spcAft>
                <a:spcPts val="0"/>
              </a:spcAft>
              <a:buSzPts val="1400"/>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lvl="1"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lvl="2"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lvl="3"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lvl="4"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lvl="5"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lvl="6"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lvl="7"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lvl="8" algn="l" rtl="0">
              <a:spcBef>
                <a:spcPts val="0"/>
              </a:spcBef>
              <a:spcAft>
                <a:spcPts val="0"/>
              </a:spcAft>
              <a:buSzPts val="1400"/>
              <a:buNone/>
              <a:defRPr sz="1800" b="0"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p:txBody>
      </p:sp>
      <p:sp>
        <p:nvSpPr>
          <p:cNvPr id="14" name="Google Shape;14;p8"/>
          <p:cNvSpPr>
            <a:spLocks noGrp="1" noEditPoints="1"/>
          </p:cNvSpPr>
          <p:nvPr>
            <p:ph type="sldNum" idx="12"/>
          </p:nvPr>
        </p:nvSpPr>
        <p:spPr>
          <a:xfrm>
            <a:off x="9067800" y="6356350"/>
            <a:ext cx="2743200" cy="365125"/>
          </a:xfrm>
          <a:prstGeom prst="rect">
            <a:avLst/>
          </a:prstGeom>
          <a:noFill/>
          <a:ln>
            <a:noFill/>
          </a:ln>
        </p:spPr>
        <p:txBody>
          <a:bodyPr wrap="square" lIns="91425" tIns="45700" rIns="91425" bIns="45700" anchor="ctr">
            <a:noAutofit/>
          </a:bodyPr>
          <a:lstStyle>
            <a:lvl1pPr marL="0" marR="0"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marR="0" lvl="1"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marR="0" lvl="2"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marR="0" lvl="3"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marR="0" lvl="4"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marR="0" lvl="5"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marR="0" lvl="6"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marR="0" lvl="7"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marR="0" lvl="8" indent="0" algn="r" rtl="0">
              <a:spcBef>
                <a:spcPts val="0"/>
              </a:spcBef>
              <a:buNone/>
              <a:defRPr sz="1200" b="0" i="0" u="none" strike="noStrike" cap="none">
                <a:solidFill>
                  <a:schemeClr val="dk2"/>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hdr="0" ftr="0"/>
  <p:txStyles>
    <p:titleStyle>
      <a:lvl1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p:titleStyle>
    <p:bodyStyle>
      <a:lvl1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p:bodyStyle>
    <p:otherStyle>
      <a:defPPr marR="0" algn="l" rtl="0">
        <a:lnSpc>
          <a:spcPct val="100000"/>
        </a:lnSpc>
        <a:spcBef>
          <a:spcPts val="0"/>
        </a:spcBef>
        <a:spcAft>
          <a:spcPts val="0"/>
        </a:spcAft>
      </a:defPPr>
      <a:lvl1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algn="l" rtl="0">
        <a:lnSpc>
          <a:spcPct val="100000"/>
        </a:lnSpc>
        <a:spcBef>
          <a:spcPts val="0"/>
        </a:spcBef>
        <a:spcAft>
          <a:spcPts val="0"/>
        </a:spcAft>
        <a:buClr>
          <a:srgbClr val="000000"/>
        </a:buClr>
        <a:buFont typeface="Arial" pitchFamily="34" charset="0" panose="020B0604020202020204"/>
        <a:defRPr sz="14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3960">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9.png"/><Relationship Id="rId2" Type="http://schemas.openxmlformats.org/officeDocument/2006/relationships/image" Target="../media/image20.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ustomXml" Target="../ink/ink1.xml"/><Relationship Id="rId2" Type="http://schemas.openxmlformats.org/officeDocument/2006/relationships/customXml" Target="../ink/ink2.xml"/><Relationship Id="rId3" Type="http://schemas.openxmlformats.org/officeDocument/2006/relationships/customXml" Target="../ink/ink3.xml"/><Relationship Id="rId4" Type="http://schemas.openxmlformats.org/officeDocument/2006/relationships/customXml" Target="../ink/ink4.xml"/><Relationship Id="rId5" Type="http://schemas.openxmlformats.org/officeDocument/2006/relationships/customXml" Target="../ink/ink5.xml"/><Relationship Id="rId6" Type="http://schemas.openxmlformats.org/officeDocument/2006/relationships/customXml" Target="../ink/ink6.xml"/><Relationship Id="rId7" Type="http://schemas.openxmlformats.org/officeDocument/2006/relationships/image" Target="../media/image21.png"/><Relationship Id="rId8" Type="http://schemas.openxmlformats.org/officeDocument/2006/relationships/slideLayout" Target="../slideLayouts/slideLayout3.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8.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23.png"/><Relationship Id="rId2" Type="http://schemas.openxmlformats.org/officeDocument/2006/relationships/image" Target="../media/image29.png"/><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Google Shape;190;p1"/>
          <p:cNvSpPr>
            <a:spLocks noGrp="1" noEditPoints="1"/>
          </p:cNvSpPr>
          <p:nvPr>
            <p:ph type="ctrTitle"/>
          </p:nvPr>
        </p:nvSpPr>
        <p:spPr>
          <a:xfrm>
            <a:off x="427265" y="1383620"/>
            <a:ext cx="7888825" cy="2387600"/>
          </a:xfrm>
          <a:prstGeom prst="rect">
            <a:avLst/>
          </a:prstGeom>
          <a:noFill/>
          <a:ln>
            <a:noFill/>
          </a:ln>
        </p:spPr>
        <p:txBody>
          <a:bodyPr wrap="square" lIns="91425" tIns="45700" rIns="91425" bIns="45700" anchor="b">
            <a:noAutofit/>
          </a:bodyPr>
          <a:lstStyle/>
          <a:p>
            <a:pPr marL="0" indent="0" algn="ctr" rtl="0">
              <a:lnSpc>
                <a:spcPct val="90000"/>
              </a:lnSpc>
              <a:spcBef>
                <a:spcPts val="0"/>
              </a:spcBef>
              <a:spcAft>
                <a:spcPts val="0"/>
              </a:spcAft>
              <a:buClr>
                <a:schemeClr val="dk1"/>
              </a:buClr>
              <a:buSzPts val="5400"/>
              <a:buFont typeface="Arial" pitchFamily="34" charset="0" panose="020B0604020202020204"/>
              <a:buNone/>
            </a:pPr>
            <a:r>
              <a:rPr lang="en-US" sz="5400" dirty="0"/>
              <a:t>Amazon Sales Data Analysis</a:t>
            </a:r>
            <a:endParaRPr dirty="0"/>
          </a:p>
        </p:txBody>
      </p:sp>
      <p:sp>
        <p:nvSpPr>
          <p:cNvPr id="2" name="TextBox 1"/>
          <p:cNvSpPr txBox="1"/>
          <p:nvPr/>
        </p:nvSpPr>
        <p:spPr>
          <a:xfrm>
            <a:off x="2380343" y="4978400"/>
            <a:ext cx="8186057" cy="1015663"/>
          </a:xfrm>
          <a:prstGeom prst="rect">
            <a:avLst/>
          </a:prstGeom>
          <a:noFill/>
        </p:spPr>
        <p:txBody>
          <a:bodyPr wrap="square" rtlCol="0">
            <a:spAutoFit/>
          </a:bodyPr>
          <a:lstStyle/>
          <a:p>
            <a:r>
              <a:rPr lang="en-IN" sz="2000" dirty="0">
                <a:latin typeface="Poppins" pitchFamily="2" charset="0" panose="00000500000000000000"/>
                <a:ea typeface="Poppins" pitchFamily="2" charset="0" panose="00000500000000000000"/>
                <a:cs typeface="Poppins" pitchFamily="2" charset="0" panose="00000500000000000000"/>
                <a:sym typeface="Poppins" pitchFamily="2" charset="0" panose="00000500000000000000"/>
              </a:rPr>
              <a:t>Amazon is </a:t>
            </a:r>
            <a:r>
              <a:rPr lang="en-IN" sz="2000" b="0" i="0" dirty="0">
                <a:latin typeface="Poppins" pitchFamily="2" charset="0" panose="00000500000000000000"/>
                <a:ea typeface="Poppins" pitchFamily="2" charset="0" panose="00000500000000000000"/>
                <a:cs typeface="Poppins" pitchFamily="2" charset="0" panose="00000500000000000000"/>
                <a:sym typeface="Poppins" pitchFamily="2" charset="0" panose="00000500000000000000"/>
              </a:rPr>
              <a:t>one of the leading E-commerce platform where users can buy millions of products from a lot of categories.</a:t>
            </a:r>
            <a:endParaRPr lang="en-IN" sz="2000" dirty="0"/>
          </a:p>
          <a:p>
            <a:endParaRPr lang="en-IN"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noEditPoints="1"/>
          </p:cNvSpPr>
          <p:nvPr>
            <p:ph type="title"/>
          </p:nvPr>
        </p:nvSpPr>
        <p:spPr>
          <a:prstGeom prst="rect">
            <a:avLst/>
          </a:prstGeom>
        </p:spPr>
        <p:txBody>
          <a:bodyPr/>
          <a:lstStyle/>
          <a:p>
            <a:r>
              <a:rPr lang="en-IN" sz="4800"/>
              <a:t>Introduction</a:t>
            </a:r>
            <a:endParaRPr sz="4800"/>
          </a:p>
        </p:txBody>
      </p:sp>
      <p:sp>
        <p:nvSpPr>
          <p:cNvPr id="3" name="Text Placeholder 2"/>
          <p:cNvSpPr>
            <a:spLocks noGrp="1" noEditPoints="1"/>
          </p:cNvSpPr>
          <p:nvPr>
            <p:ph type="body" idx="1"/>
          </p:nvPr>
        </p:nvSpPr>
        <p:spPr>
          <a:xfrm rot="21600000">
            <a:off x="0" y="2344804"/>
            <a:ext cx="11144028" cy="4513196"/>
          </a:xfrm>
          <a:prstGeom prst="rect">
            <a:avLst/>
          </a:prstGeom>
        </p:spPr>
        <p:txBody>
          <a:bodyPr/>
          <a:lstStyle/>
          <a:p>
            <a:pPr marL="571500" indent="-342900">
              <a:lnSpc>
                <a:spcPct val="100000"/>
              </a:lnSpc>
              <a:buFont typeface="Arial" pitchFamily="34" charset="0" panose="020B0604020202020204"/>
              <a:buChar char="•"/>
            </a:pPr>
            <a:r>
              <a:rPr lang="en-IN" sz="2000"/>
              <a:t>Problem Statement</a:t>
            </a:r>
          </a:p>
          <a:p>
            <a:pPr marL="1028700" lvl="1" indent="-342900">
              <a:lnSpc>
                <a:spcPct val="100000"/>
              </a:lnSpc>
              <a:buFont typeface="Arial" pitchFamily="34" charset="0" panose="020B0604020202020204"/>
              <a:buChar char="•"/>
            </a:pPr>
            <a:endParaRPr lang="en-IN" sz="1400">
              <a:solidFill>
                <a:schemeClr val="tx1"/>
              </a:solidFill>
              <a:latin typeface="Lucida Calligraphy" pitchFamily="66" charset="0"/>
              <a:ea typeface="Lucida Calligraphy" pitchFamily="66" charset="0"/>
              <a:cs typeface="Lucida Calligraphy" pitchFamily="66" charset="0"/>
            </a:endParaRPr>
          </a:p>
          <a:p>
            <a:pPr marL="1028700" lvl="1" indent="-342900">
              <a:lnSpc>
                <a:spcPct val="100000"/>
              </a:lnSpc>
              <a:buClr>
                <a:schemeClr val="bg1"/>
              </a:buClr>
              <a:buFont typeface="Arial" pitchFamily="34" charset="0" panose="020B0604020202020204"/>
              <a:buChar char="•"/>
            </a:pPr>
            <a:r>
              <a:rPr lang="en-IN" sz="1400">
                <a:solidFill>
                  <a:schemeClr val="tx1"/>
                </a:solidFill>
                <a:latin typeface="Lucida Calligraphy" pitchFamily="66" charset="0"/>
                <a:ea typeface="Lucida Calligraphy" pitchFamily="66" charset="0"/>
                <a:cs typeface="Lucida Calligraphy" pitchFamily="66" charset="0"/>
              </a:rPr>
              <a:t>Sales </a:t>
            </a:r>
            <a:r>
              <a:rPr lang="en-IN" sz="1500">
                <a:solidFill>
                  <a:schemeClr val="tx1"/>
                </a:solidFill>
                <a:latin typeface="Lucida Calligraphy" pitchFamily="66" charset="0"/>
                <a:ea typeface="Lucida Calligraphy" pitchFamily="66" charset="0"/>
                <a:cs typeface="Lucida Calligraphy" pitchFamily="66" charset="0"/>
              </a:rPr>
              <a:t>management</a:t>
            </a:r>
            <a:r>
              <a:rPr lang="en-IN" sz="1400">
                <a:solidFill>
                  <a:schemeClr val="tx1"/>
                </a:solidFill>
                <a:latin typeface="Lucida Calligraphy" pitchFamily="66" charset="0"/>
                <a:ea typeface="Lucida Calligraphy" pitchFamily="66" charset="0"/>
                <a:cs typeface="Lucida Calligraphy" pitchFamily="66" charset="0"/>
              </a:rPr>
              <a:t> has gained importance to meet increasing competition and the need for improved methods of distribution to reduce cost and to increase profits. Sales management today is the most important function in a commercial and business enterprise.</a:t>
            </a:r>
          </a:p>
          <a:p>
            <a:pPr marL="1028700" lvl="1" indent="-342900">
              <a:lnSpc>
                <a:spcPct val="100000"/>
              </a:lnSpc>
              <a:buClr>
                <a:schemeClr val="bg1"/>
              </a:buClr>
              <a:buFont typeface="Arial" pitchFamily="34" charset="0" panose="020B0604020202020204"/>
              <a:buChar char="•"/>
            </a:pPr>
            <a:endParaRPr lang="en-IN" sz="1400">
              <a:solidFill>
                <a:schemeClr val="tx1"/>
              </a:solidFill>
              <a:latin typeface="Lucida Calligraphy" pitchFamily="66" charset="0"/>
              <a:ea typeface="Lucida Calligraphy" pitchFamily="66" charset="0"/>
              <a:cs typeface="Lucida Calligraphy" pitchFamily="66" charset="0"/>
            </a:endParaRPr>
          </a:p>
          <a:p>
            <a:pPr marL="571500" indent="-342900">
              <a:lnSpc>
                <a:spcPct val="100000"/>
              </a:lnSpc>
              <a:buClr>
                <a:schemeClr val="bg1"/>
              </a:buClr>
              <a:buFont typeface="Arial" pitchFamily="34" charset="0" panose="020B0604020202020204"/>
              <a:buChar char="•"/>
            </a:pPr>
            <a:r>
              <a:rPr lang="en-IN" sz="2000">
                <a:solidFill>
                  <a:schemeClr val="bg1"/>
                </a:solidFill>
                <a:latin typeface="Arial" pitchFamily="34" charset="0" panose="020B0604020202020204"/>
                <a:ea typeface="Arial" pitchFamily="34" charset="0" panose="020B0604020202020204"/>
                <a:cs typeface="Arial" pitchFamily="34" charset="0" panose="020B0604020202020204"/>
              </a:rPr>
              <a:t>Objectives of the Study</a:t>
            </a:r>
          </a:p>
          <a:p>
            <a:pPr marL="1028700" lvl="1" indent="-342900">
              <a:lnSpc>
                <a:spcPct val="100000"/>
              </a:lnSpc>
              <a:buClr>
                <a:schemeClr val="bg1"/>
              </a:buClr>
              <a:buFont typeface="Arial" pitchFamily="34" charset="0" panose="020B0604020202020204"/>
              <a:buChar char="•"/>
            </a:pPr>
            <a:endParaRPr lang="en-IN" sz="1800" b="0" dirty="0">
              <a:solidFill>
                <a:schemeClr val="bg1"/>
              </a:solidFill>
              <a:latin typeface="Poppins" pitchFamily="2" charset="0" panose="00000500000000000000"/>
              <a:cs typeface="Poppins" pitchFamily="2" charset="0" panose="00000500000000000000"/>
            </a:endParaRPr>
          </a:p>
          <a:p>
            <a:pPr marL="1028700" lvl="1" indent="-342900">
              <a:lnSpc>
                <a:spcPct val="100000"/>
              </a:lnSpc>
              <a:buClr>
                <a:schemeClr val="bg1"/>
              </a:buClr>
              <a:buFont typeface="Arial" pitchFamily="34" charset="0" panose="020B0604020202020204"/>
              <a:buChar char="•"/>
            </a:pPr>
            <a:r>
              <a:rPr lang="en-US" sz="1400" b="0" dirty="0">
                <a:solidFill>
                  <a:schemeClr val="tx1"/>
                </a:solidFill>
                <a:latin typeface="Lucida Calligraphy" pitchFamily="66" charset="0"/>
                <a:ea typeface="Lucida Calligraphy" pitchFamily="66" charset="0"/>
                <a:cs typeface="Lucida Calligraphy" pitchFamily="66" charset="0"/>
              </a:rPr>
              <a:t>To find </a:t>
            </a:r>
            <a:r>
              <a:rPr lang="en-IN" sz="1400" b="0" dirty="0">
                <a:solidFill>
                  <a:schemeClr val="tx1"/>
                </a:solidFill>
                <a:latin typeface="Lucida Calligraphy" pitchFamily="66" charset="0"/>
                <a:ea typeface="Lucida Calligraphy" pitchFamily="66" charset="0"/>
                <a:cs typeface="Lucida Calligraphy" pitchFamily="66" charset="0"/>
              </a:rPr>
              <a:t>number of units sold by sales channel</a:t>
            </a:r>
          </a:p>
          <a:p>
            <a:pPr marL="1028700" lvl="1" indent="-342900">
              <a:lnSpc>
                <a:spcPct val="100000"/>
              </a:lnSpc>
              <a:buClr>
                <a:schemeClr val="bg1"/>
              </a:buClr>
              <a:buFont typeface="Arial" pitchFamily="34" charset="0" panose="020B0604020202020204"/>
              <a:buChar char="•"/>
            </a:pPr>
            <a:r>
              <a:rPr lang="en-US" sz="1400" b="0" dirty="0">
                <a:solidFill>
                  <a:schemeClr val="tx1"/>
                </a:solidFill>
                <a:latin typeface="Lucida Calligraphy" pitchFamily="66" charset="0"/>
                <a:ea typeface="Lucida Calligraphy" pitchFamily="66" charset="0"/>
                <a:cs typeface="Lucida Calligraphy" pitchFamily="66" charset="0"/>
              </a:rPr>
              <a:t>To find which is the bestseller Item type</a:t>
            </a:r>
            <a:endParaRPr lang="en-IN" sz="1400" b="0" dirty="0">
              <a:solidFill>
                <a:schemeClr val="tx1"/>
              </a:solidFill>
              <a:latin typeface="Lucida Calligraphy" pitchFamily="66" charset="0"/>
              <a:ea typeface="Lucida Calligraphy" pitchFamily="66" charset="0"/>
              <a:cs typeface="Lucida Calligraphy" pitchFamily="66" charset="0"/>
            </a:endParaRPr>
          </a:p>
          <a:p>
            <a:pPr marL="1028700" lvl="1" indent="-342900">
              <a:lnSpc>
                <a:spcPct val="100000"/>
              </a:lnSpc>
              <a:buClr>
                <a:schemeClr val="bg1"/>
              </a:buClr>
              <a:buFont typeface="Arial" pitchFamily="34" charset="0" panose="020B0604020202020204"/>
              <a:buChar char="•"/>
            </a:pPr>
            <a:r>
              <a:rPr lang="en-US" sz="1400" b="0" dirty="0">
                <a:solidFill>
                  <a:schemeClr val="tx1"/>
                </a:solidFill>
                <a:latin typeface="Lucida Calligraphy" pitchFamily="66" charset="0"/>
                <a:ea typeface="Lucida Calligraphy" pitchFamily="66" charset="0"/>
                <a:cs typeface="Lucida Calligraphy" pitchFamily="66" charset="0"/>
              </a:rPr>
              <a:t>To find which mode of channel generated maximum sales</a:t>
            </a:r>
            <a:endParaRPr lang="en-IN" sz="1400" b="0" dirty="0">
              <a:solidFill>
                <a:schemeClr val="tx1"/>
              </a:solidFill>
              <a:latin typeface="Lucida Calligraphy" pitchFamily="66" charset="0"/>
              <a:ea typeface="Lucida Calligraphy" pitchFamily="66" charset="0"/>
              <a:cs typeface="Lucida Calligraphy" pitchFamily="66" charset="0"/>
            </a:endParaRPr>
          </a:p>
          <a:p>
            <a:pPr marL="1028700" lvl="1" indent="-342900">
              <a:lnSpc>
                <a:spcPct val="100000"/>
              </a:lnSpc>
              <a:buClr>
                <a:schemeClr val="bg1"/>
              </a:buClr>
              <a:buFont typeface="Arial" pitchFamily="34" charset="0" panose="020B0604020202020204"/>
              <a:buChar char="•"/>
            </a:pPr>
            <a:r>
              <a:rPr lang="en-US" sz="1400" b="0" dirty="0">
                <a:solidFill>
                  <a:schemeClr val="tx1"/>
                </a:solidFill>
                <a:latin typeface="Lucida Calligraphy" pitchFamily="66" charset="0"/>
                <a:ea typeface="Lucida Calligraphy" pitchFamily="66" charset="0"/>
                <a:cs typeface="Lucida Calligraphy" pitchFamily="66" charset="0"/>
              </a:rPr>
              <a:t>To find yearly total sales</a:t>
            </a:r>
            <a:endParaRPr lang="en-IN" sz="1400" b="0" dirty="0">
              <a:solidFill>
                <a:schemeClr val="tx1"/>
              </a:solidFill>
              <a:latin typeface="Lucida Calligraphy" pitchFamily="66" charset="0"/>
              <a:ea typeface="Lucida Calligraphy" pitchFamily="66" charset="0"/>
              <a:cs typeface="Lucida Calligraphy" pitchFamily="66" charset="0"/>
            </a:endParaRPr>
          </a:p>
          <a:p>
            <a:pPr marL="1028700" lvl="1" indent="-342900">
              <a:lnSpc>
                <a:spcPct val="100000"/>
              </a:lnSpc>
              <a:buClr>
                <a:schemeClr val="bg1"/>
              </a:buClr>
              <a:buFont typeface="Arial" pitchFamily="34" charset="0" panose="020B0604020202020204"/>
              <a:buChar char="•"/>
            </a:pPr>
            <a:r>
              <a:rPr lang="en-US" sz="1400" b="0" dirty="0">
                <a:solidFill>
                  <a:schemeClr val="tx1"/>
                </a:solidFill>
                <a:latin typeface="Lucida Calligraphy" pitchFamily="66" charset="0"/>
                <a:ea typeface="Lucida Calligraphy" pitchFamily="66" charset="0"/>
                <a:cs typeface="Lucida Calligraphy" pitchFamily="66" charset="0"/>
              </a:rPr>
              <a:t>To find total sales and total profit by region</a:t>
            </a:r>
          </a:p>
          <a:p>
            <a:pPr marL="1028700" lvl="1" indent="-342900">
              <a:lnSpc>
                <a:spcPct val="100000"/>
              </a:lnSpc>
              <a:buClr>
                <a:schemeClr val="bg1"/>
              </a:buClr>
              <a:buFont typeface="Arial" pitchFamily="34" charset="0" panose="020B0604020202020204"/>
              <a:buChar char="•"/>
            </a:pPr>
            <a:endParaRPr lang="en-IN" sz="1800" b="0" dirty="0">
              <a:solidFill>
                <a:schemeClr val="bg1"/>
              </a:solidFill>
              <a:latin typeface="Poppins" pitchFamily="2" charset="0" panose="00000500000000000000"/>
              <a:cs typeface="Poppins" pitchFamily="2" charset="0" panose="00000500000000000000"/>
            </a:endParaRPr>
          </a:p>
          <a:p>
            <a:pPr marL="1028700" lvl="1" indent="-342900">
              <a:lnSpc>
                <a:spcPct val="100000"/>
              </a:lnSpc>
              <a:buClr>
                <a:schemeClr val="bg1"/>
              </a:buClr>
              <a:buFont typeface="Arial" pitchFamily="34" charset="0" panose="020B0604020202020204"/>
              <a:buChar char="•"/>
            </a:pPr>
            <a:endParaRPr lang="en-IN" sz="1800" b="0" dirty="0">
              <a:solidFill>
                <a:schemeClr val="bg1"/>
              </a:solidFill>
              <a:latin typeface="Poppins" pitchFamily="2" charset="0" panose="00000500000000000000"/>
              <a:cs typeface="Poppins" pitchFamily="2" charset="0" panose="00000500000000000000"/>
            </a:endParaRPr>
          </a:p>
          <a:p>
            <a:pPr marL="1028700" lvl="1" indent="-342900">
              <a:lnSpc>
                <a:spcPct val="100000"/>
              </a:lnSpc>
              <a:buClr>
                <a:schemeClr val="bg1"/>
              </a:buClr>
              <a:buFont typeface="Arial" pitchFamily="34" charset="0" panose="020B0604020202020204"/>
              <a:buChar char="•"/>
            </a:pPr>
            <a:endParaRPr lang="en-IN" sz="1800" b="0" dirty="0">
              <a:solidFill>
                <a:schemeClr val="bg1"/>
              </a:solidFill>
              <a:latin typeface="Poppins" pitchFamily="2" charset="0" panose="00000500000000000000"/>
              <a:cs typeface="Poppins" pitchFamily="2" charset="0" panose="00000500000000000000"/>
            </a:endParaRPr>
          </a:p>
          <a:p>
            <a:pPr marL="1028700" lvl="1" indent="-342900">
              <a:lnSpc>
                <a:spcPct val="100000"/>
              </a:lnSpc>
              <a:buClr>
                <a:schemeClr val="bg1"/>
              </a:buClr>
              <a:buFont typeface="Arial" pitchFamily="34" charset="0" panose="020B0604020202020204"/>
              <a:buChar char="•"/>
            </a:pPr>
            <a:endParaRPr lang="en-IN" sz="1667">
              <a:solidFill>
                <a:schemeClr val="bg1"/>
              </a:solidFill>
              <a:latin typeface="Arial" pitchFamily="34" charset="0" panose="020B0604020202020204"/>
              <a:ea typeface="Arial" pitchFamily="34" charset="0" panose="020B0604020202020204"/>
              <a:cs typeface="Arial" pitchFamily="34" charset="0" panose="020B0604020202020204"/>
            </a:endParaRPr>
          </a:p>
          <a:p>
            <a:pPr marL="1028700" lvl="1" indent="-342900">
              <a:lnSpc>
                <a:spcPct val="100000"/>
              </a:lnSpc>
              <a:buClr>
                <a:schemeClr val="bg1"/>
              </a:buClr>
              <a:buFont typeface="Arial" pitchFamily="34" charset="0" panose="020B0604020202020204"/>
              <a:buChar char="•"/>
            </a:pPr>
            <a:endParaRPr lang="en-IN" sz="1667">
              <a:solidFill>
                <a:schemeClr val="bg1"/>
              </a:solidFill>
              <a:latin typeface="Lucida Calligraphy" pitchFamily="66" charset="0"/>
              <a:ea typeface="Lucida Calligraphy" pitchFamily="66" charset="0"/>
              <a:cs typeface="Lucida Calligraphy" pitchFamily="66" charset="0"/>
            </a:endParaRPr>
          </a:p>
          <a:p>
            <a:pPr marL="1028700" lvl="1" indent="-342900">
              <a:lnSpc>
                <a:spcPct val="100000"/>
              </a:lnSpc>
              <a:buClr>
                <a:schemeClr val="bg1"/>
              </a:buClr>
              <a:buFont typeface="Arial" pitchFamily="34" charset="0" panose="020B0604020202020204"/>
              <a:buChar char="•"/>
            </a:pPr>
            <a:endParaRPr lang="en-IN" sz="1667">
              <a:solidFill>
                <a:schemeClr val="bg1"/>
              </a:solidFill>
              <a:latin typeface="Arial" pitchFamily="34" charset="0" panose="020B0604020202020204"/>
              <a:ea typeface="Arial" pitchFamily="34" charset="0" panose="020B0604020202020204"/>
              <a:cs typeface="Arial" pitchFamily="34" charset="0" panose="020B0604020202020204"/>
            </a:endParaRPr>
          </a:p>
          <a:p>
            <a:pPr marL="571500" indent="-342900">
              <a:lnSpc>
                <a:spcPct val="100000"/>
              </a:lnSpc>
              <a:buClr>
                <a:schemeClr val="bg1"/>
              </a:buClr>
              <a:buFont typeface="Arial" pitchFamily="34" charset="0" panose="020B0604020202020204"/>
              <a:buChar char="•"/>
            </a:pPr>
            <a:endParaRPr lang="en-IN" sz="1680">
              <a:solidFill>
                <a:schemeClr val="tx1"/>
              </a:solidFill>
              <a:latin typeface="Lucida Calligraphy" pitchFamily="66" charset="0"/>
              <a:ea typeface="Lucida Calligraphy" pitchFamily="66" charset="0"/>
              <a:cs typeface="Lucida Calligraphy" pitchFamily="66" charset="0"/>
            </a:endParaRPr>
          </a:p>
          <a:p>
            <a:pPr marL="571500" indent="-342900">
              <a:lnSpc>
                <a:spcPct val="100000"/>
              </a:lnSpc>
              <a:buClr>
                <a:schemeClr val="bg1"/>
              </a:buClr>
              <a:buFont typeface="Arial" pitchFamily="34" charset="0" panose="020B0604020202020204"/>
              <a:buChar char="•"/>
            </a:pPr>
            <a:endParaRPr lang="en-IN" sz="1680">
              <a:solidFill>
                <a:schemeClr val="tx1"/>
              </a:solidFill>
              <a:latin typeface="Arial" pitchFamily="34" charset="0" panose="020B0604020202020204"/>
              <a:ea typeface="Arial" pitchFamily="34" charset="0" panose="020B0604020202020204"/>
              <a:cs typeface="Arial" pitchFamily="34" charset="0" panose="020B0604020202020204"/>
            </a:endParaRPr>
          </a:p>
          <a:p>
            <a:pPr marL="685800" lvl="1" indent="0">
              <a:lnSpc>
                <a:spcPct val="100000"/>
              </a:lnSpc>
              <a:buFont typeface="Arial" pitchFamily="34" charset="0" panose="020B0604020202020204"/>
              <a:buNone/>
            </a:pPr>
            <a:endParaRPr lang="en-IN" sz="1400">
              <a:solidFill>
                <a:schemeClr val="tx1"/>
              </a:solidFill>
              <a:latin typeface="Lucida Calligraphy" pitchFamily="66" charset="0"/>
              <a:ea typeface="Lucida Calligraphy" pitchFamily="66" charset="0"/>
              <a:cs typeface="Lucida Calligraphy" pitchFamily="66" charset="0"/>
            </a:endParaRPr>
          </a:p>
          <a:p>
            <a:pPr marL="685800" lvl="1" indent="0">
              <a:lnSpc>
                <a:spcPct val="100000"/>
              </a:lnSpc>
              <a:buFont typeface="Arial" pitchFamily="34" charset="0" panose="020B0604020202020204"/>
              <a:buNone/>
            </a:pPr>
            <a:endParaRPr lang="en-IN" sz="1400">
              <a:solidFill>
                <a:schemeClr val="tx1"/>
              </a:solidFill>
              <a:latin typeface="Lucida Calligraphy" pitchFamily="66" charset="0"/>
              <a:ea typeface="Lucida Calligraphy" pitchFamily="66" charset="0"/>
              <a:cs typeface="Lucida Calligraphy" pitchFamily="66" charset="0"/>
            </a:endParaRPr>
          </a:p>
          <a:p>
            <a:pPr marL="1028700" lvl="1" indent="-342900">
              <a:lnSpc>
                <a:spcPct val="100000"/>
              </a:lnSpc>
              <a:buFont typeface="Arial" pitchFamily="34" charset="0" panose="020B0604020202020204"/>
              <a:buChar char="•"/>
            </a:pPr>
            <a:endParaRPr lang="en-IN" sz="1667"/>
          </a:p>
        </p:txBody>
      </p:sp>
      <p:sp>
        <p:nvSpPr>
          <p:cNvPr id="4" name="Slide Number Placeholder 3"/>
          <p:cNvSpPr>
            <a:spLocks noGrp="1" noEditPoints="1"/>
          </p:cNvSpPr>
          <p:nvPr>
            <p:ph type="sldNum" idx="12"/>
          </p:nvPr>
        </p:nvSpPr>
        <p:spPr>
          <a:prstGeom prst="rect">
            <a:avLst/>
          </a:prstGeom>
        </p:spPr>
        <p:txBody>
          <a:bodyPr/>
          <a:lstStyle>
            <a:lvl1pPr marL="0"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L="0" lvl="1"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L="0" lvl="2"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L="0" lvl="3"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L="0" lvl="4"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L="0" lvl="5"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L="0" lvl="6"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L="0" lvl="7"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L="0" lvl="8" indent="0" algn="r">
              <a:spcBef>
                <a:spcPts val="0"/>
              </a:spcBef>
              <a:buNone/>
              <a:defRPr sz="1200" b="0" i="0" u="none" strike="noStrike" cap="none">
                <a:solidFill>
                  <a:schemeClr val="accent3"/>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lgn="r" rtl="0">
              <a:spcBef>
                <a:spcPts val="0"/>
              </a:spcBef>
              <a:spcAft>
                <a:spcPts val="0"/>
              </a:spcAft>
              <a:buNone/>
            </a:pPr>
            <a:fld id="{00000000-1234-1234-1234-123412341234}" type="slidenum">
              <a:rPr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3</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2" y="381000"/>
            <a:ext cx="9779183" cy="1325563"/>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t>The Process</a:t>
            </a:r>
            <a:endParaRPr dirty="0"/>
          </a:p>
        </p:txBody>
      </p:sp>
      <p:sp>
        <p:nvSpPr>
          <p:cNvPr id="20" name="Google Shape;196;p2"/>
          <p:cNvSpPr txBox="1"/>
          <p:nvPr/>
        </p:nvSpPr>
        <p:spPr>
          <a:xfrm>
            <a:off x="1167492" y="2604960"/>
            <a:ext cx="9779182" cy="3751390"/>
          </a:xfrm>
          <a:prstGeom prst="rect">
            <a:avLst/>
          </a:prstGeom>
          <a:noFill/>
          <a:ln>
            <a:noFill/>
          </a:ln>
        </p:spPr>
        <p:txBody>
          <a:bodyPr wrap="square" lIns="91425" tIns="45700" rIns="91425" bIns="45700" anchor="b">
            <a:noAutofit/>
          </a:bodyPr>
          <a:lstStyle>
            <a:lvl1pPr marR="0" algn="l" rtl="0">
              <a:lnSpc>
                <a:spcPct val="90000"/>
              </a:lnSpc>
              <a:spcBef>
                <a:spcPts val="0"/>
              </a:spcBef>
              <a:spcAft>
                <a:spcPts val="0"/>
              </a:spcAft>
              <a:buClr>
                <a:schemeClr val="dk1"/>
              </a:buClr>
              <a:buSzPts val="4800"/>
              <a:buFont typeface="Arial" pitchFamily="34" charset="0" panose="020B0604020202020204"/>
              <a:buNone/>
              <a:defRPr sz="4800" b="1"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lvl="1"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lvl="2"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lvl="3"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lvl="4"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lvl="5"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lvl="6"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lvl="7"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lvl="8"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pPr marL="0" indent="0">
              <a:buFont typeface="Arial" pitchFamily="34" charset="0" panose="020B0604020202020204"/>
              <a:buNone/>
            </a:pPr>
            <a:endParaRPr lang="en-US" sz="2400" b="0" dirty="0">
              <a:solidFill>
                <a:schemeClr val="accent1">
                  <a:lumMod val="75000"/>
                </a:schemeClr>
              </a:solidFill>
              <a:latin typeface="Poppins" pitchFamily="2" charset="0" panose="00000500000000000000"/>
              <a:cs typeface="Poppins" pitchFamily="2" charset="0" panose="00000500000000000000"/>
            </a:endParaRPr>
          </a:p>
        </p:txBody>
      </p:sp>
      <p:sp>
        <p:nvSpPr>
          <p:cNvPr id="10"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/0</a:t>
            </a:r>
            <a:r>
              <a:rPr lang="en-IN" dirty="0"/>
              <a:t>6</a:t>
            </a:r>
            <a:r>
              <a:rPr lang="en-US" dirty="0"/>
              <a:t>/2024</a:t>
            </a:r>
            <a:endParaRPr dirty="0"/>
          </a:p>
        </p:txBody>
      </p:sp>
      <p:sp>
        <p:nvSpPr>
          <p:cNvPr id="213" name="TextBox 212"/>
          <p:cNvSpPr txBox="1"/>
          <p:nvPr/>
        </p:nvSpPr>
        <p:spPr>
          <a:xfrm>
            <a:off x="1295126" y="2244885"/>
            <a:ext cx="5612212" cy="3593847"/>
          </a:xfrm>
          <a:prstGeom prst="rect">
            <a:avLst/>
          </a:prstGeom>
          <a:noFill/>
        </p:spPr>
        <p:txBody>
          <a:bodyPr wrap="square" rtlCol="0">
            <a:spAutoFit/>
          </a:bodyPr>
          <a:lstStyle/>
          <a:p>
            <a:pPr marL="342900" indent="-342900">
              <a:buFont typeface="Arial" pitchFamily="34" charset="0" panose="020B0604020202020204"/>
              <a:buChar char="•"/>
            </a:pPr>
            <a:r>
              <a:rPr lang="en-US" sz="2400" b="0" dirty="0">
                <a:solidFill>
                  <a:schemeClr val="accent1">
                    <a:lumMod val="75000"/>
                  </a:schemeClr>
                </a:solidFill>
                <a:latin typeface="Lucida Calligraphy" pitchFamily="66" charset="0"/>
                <a:ea typeface="Lucida Calligraphy" pitchFamily="66" charset="0"/>
                <a:cs typeface="Lucida Calligraphy" pitchFamily="66" charset="0"/>
              </a:rPr>
              <a:t>Data Collection</a:t>
            </a:r>
          </a:p>
          <a:p>
            <a:pPr marL="457200" indent="-457200">
              <a:buFont typeface="Arial" pitchFamily="34" charset="0" panose="020B0604020202020204"/>
              <a:buChar char="•"/>
            </a:pPr>
            <a:endParaRPr lang="en-US" sz="2400" b="0" dirty="0">
              <a:solidFill>
                <a:schemeClr val="accent1">
                  <a:lumMod val="75000"/>
                </a:schemeClr>
              </a:solidFill>
              <a:latin typeface="Lucida Calligraphy" pitchFamily="66" charset="0"/>
              <a:ea typeface="Lucida Calligraphy" pitchFamily="66" charset="0"/>
              <a:cs typeface="Lucida Calligraphy" pitchFamily="66" charset="0"/>
            </a:endParaRPr>
          </a:p>
          <a:p>
            <a:pPr marL="457200" indent="-457200">
              <a:buFont typeface="Arial" pitchFamily="34" charset="0" panose="020B0604020202020204"/>
              <a:buChar char="•"/>
            </a:pPr>
            <a:r>
              <a:rPr lang="en-US" sz="2400" b="0" dirty="0">
                <a:solidFill>
                  <a:schemeClr val="accent1">
                    <a:lumMod val="75000"/>
                  </a:schemeClr>
                </a:solidFill>
                <a:latin typeface="Lucida Calligraphy" pitchFamily="66" charset="0"/>
                <a:ea typeface="Lucida Calligraphy" pitchFamily="66" charset="0"/>
                <a:cs typeface="Lucida Calligraphy" pitchFamily="66" charset="0"/>
              </a:rPr>
              <a:t>Data Cleaning</a:t>
            </a:r>
          </a:p>
          <a:p>
            <a:pPr marL="457200" indent="-457200">
              <a:buFont typeface="Arial" pitchFamily="34" charset="0" panose="020B0604020202020204"/>
              <a:buChar char="•"/>
            </a:pPr>
            <a:endParaRPr lang="en-US" sz="2400" b="0" dirty="0">
              <a:solidFill>
                <a:schemeClr val="accent1">
                  <a:lumMod val="75000"/>
                </a:schemeClr>
              </a:solidFill>
              <a:latin typeface="Lucida Calligraphy" pitchFamily="66" charset="0"/>
              <a:ea typeface="Lucida Calligraphy" pitchFamily="66" charset="0"/>
              <a:cs typeface="Lucida Calligraphy" pitchFamily="66" charset="0"/>
            </a:endParaRPr>
          </a:p>
          <a:p>
            <a:pPr marL="457200" indent="-457200">
              <a:buFont typeface="Arial" pitchFamily="34" charset="0" panose="020B0604020202020204"/>
              <a:buChar char="•"/>
            </a:pPr>
            <a:r>
              <a:rPr lang="en-US" sz="2400" b="0" dirty="0">
                <a:solidFill>
                  <a:schemeClr val="accent1">
                    <a:lumMod val="75000"/>
                  </a:schemeClr>
                </a:solidFill>
                <a:latin typeface="Lucida Calligraphy" pitchFamily="66" charset="0"/>
                <a:ea typeface="Lucida Calligraphy" pitchFamily="66" charset="0"/>
                <a:cs typeface="Lucida Calligraphy" pitchFamily="66" charset="0"/>
              </a:rPr>
              <a:t>Data Analysis</a:t>
            </a:r>
          </a:p>
          <a:p>
            <a:pPr marL="457200" indent="-457200">
              <a:buFont typeface="Arial" pitchFamily="34" charset="0" panose="020B0604020202020204"/>
              <a:buChar char="•"/>
            </a:pPr>
            <a:endParaRPr lang="en-US" sz="2400" b="0" dirty="0">
              <a:solidFill>
                <a:schemeClr val="accent1">
                  <a:lumMod val="75000"/>
                </a:schemeClr>
              </a:solidFill>
              <a:latin typeface="Lucida Calligraphy" pitchFamily="66" charset="0"/>
              <a:ea typeface="Lucida Calligraphy" pitchFamily="66" charset="0"/>
              <a:cs typeface="Lucida Calligraphy" pitchFamily="66" charset="0"/>
            </a:endParaRPr>
          </a:p>
          <a:p>
            <a:pPr marL="457200" indent="-457200">
              <a:buFont typeface="Arial" pitchFamily="34" charset="0" panose="020B0604020202020204"/>
              <a:buChar char="•"/>
            </a:pPr>
            <a:r>
              <a:rPr lang="en-US" sz="2400" b="0" dirty="0">
                <a:solidFill>
                  <a:schemeClr val="accent1">
                    <a:lumMod val="75000"/>
                  </a:schemeClr>
                </a:solidFill>
                <a:latin typeface="Lucida Calligraphy" pitchFamily="66" charset="0"/>
                <a:ea typeface="Lucida Calligraphy" pitchFamily="66" charset="0"/>
                <a:cs typeface="Lucida Calligraphy" pitchFamily="66" charset="0"/>
              </a:rPr>
              <a:t>Insights</a:t>
            </a:r>
          </a:p>
          <a:p>
            <a:pPr marL="457200" indent="-457200">
              <a:buFont typeface="Arial" pitchFamily="34" charset="0" panose="020B0604020202020204"/>
              <a:buChar char="•"/>
            </a:pPr>
            <a:endParaRPr lang="en-US" sz="2400" b="0" dirty="0">
              <a:solidFill>
                <a:schemeClr val="accent1">
                  <a:lumMod val="75000"/>
                </a:schemeClr>
              </a:solidFill>
              <a:latin typeface="Lucida Calligraphy" pitchFamily="66" charset="0"/>
              <a:ea typeface="Lucida Calligraphy" pitchFamily="66" charset="0"/>
              <a:cs typeface="Lucida Calligraphy" pitchFamily="66" charset="0"/>
            </a:endParaRPr>
          </a:p>
          <a:p>
            <a:pPr marL="457200" indent="-457200">
              <a:buFont typeface="Arial" pitchFamily="34" charset="0" panose="020B0604020202020204"/>
              <a:buChar char="•"/>
            </a:pPr>
            <a:r>
              <a:rPr lang="en-US" sz="2400" b="0" dirty="0">
                <a:solidFill>
                  <a:schemeClr val="accent1">
                    <a:lumMod val="75000"/>
                  </a:schemeClr>
                </a:solidFill>
                <a:latin typeface="Lucida Calligraphy" pitchFamily="66" charset="0"/>
                <a:ea typeface="Lucida Calligraphy" pitchFamily="66" charset="0"/>
                <a:cs typeface="Lucida Calligraphy" pitchFamily="66" charset="0"/>
              </a:rPr>
              <a:t>Summary</a:t>
            </a:r>
          </a:p>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4</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655838" cy="1888082"/>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Collection</a:t>
            </a:r>
            <a:endParaRPr dirty="0">
              <a:solidFill>
                <a:schemeClr val="tx1"/>
              </a:solidFill>
            </a:endParaRPr>
          </a:p>
        </p:txBody>
      </p:sp>
      <p:sp>
        <p:nvSpPr>
          <p:cNvPr id="10" name="TextBox 9"/>
          <p:cNvSpPr txBox="1"/>
          <p:nvPr/>
        </p:nvSpPr>
        <p:spPr>
          <a:xfrm>
            <a:off x="1167491" y="1924060"/>
            <a:ext cx="8860040" cy="3268841"/>
          </a:xfrm>
          <a:prstGeom prst="rect">
            <a:avLst/>
          </a:prstGeom>
          <a:noFill/>
        </p:spPr>
        <p:txBody>
          <a:bodyPr wrap="square" rtlCol="0">
            <a:spAutoFit/>
          </a:bodyPr>
          <a:lstStyle/>
          <a:p>
            <a:endParaRPr lang="en-IN" sz="24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endParaRPr lang="en-IN" sz="24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r>
              <a:rPr lang="en-IN" sz="24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a:t>
            </a:r>
            <a:r>
              <a:rPr lang="en-IN" sz="22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he Data has been collected in the form of a text file named “</a:t>
            </a:r>
            <a:r>
              <a:rPr lang="en-IN" sz="22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Amazon</a:t>
            </a:r>
            <a:r>
              <a:rPr lang="en-IN" sz="2200" b="1"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2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Sales</a:t>
            </a:r>
            <a:r>
              <a:rPr lang="en-IN" sz="2200" b="1"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2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Data.csv</a:t>
            </a:r>
            <a:r>
              <a:rPr lang="en-IN" sz="22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p>
          <a:p>
            <a:endParaRPr lang="en-IN" sz="22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r>
              <a:rPr lang="en-IN" sz="22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text file has the data of sales of products during the timespan of </a:t>
            </a:r>
            <a:r>
              <a:rPr lang="en-IN" sz="22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2010</a:t>
            </a:r>
            <a:r>
              <a:rPr lang="en-IN" sz="22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and </a:t>
            </a:r>
            <a:r>
              <a:rPr lang="en-IN" sz="22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2017</a:t>
            </a:r>
            <a:r>
              <a:rPr lang="en-IN" sz="22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a:t>
            </a:r>
          </a:p>
          <a:p>
            <a:r>
              <a:rPr lang="en-IN" sz="24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p>
          <a:p>
            <a:endParaRPr lang="en-IN" sz="2400" dirty="0">
              <a:solidFill>
                <a:schemeClr val="accent1"/>
              </a:solidFill>
              <a:latin typeface="Poppins" pitchFamily="2" charset="0" panose="00000500000000000000"/>
              <a:cs typeface="Poppins" pitchFamily="2" charset="0" panose="00000500000000000000"/>
              <a:sym typeface="Poppins" pitchFamily="2" charset="0" panose="00000500000000000000"/>
            </a:endParaRPr>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5</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957804" y="259025"/>
            <a:ext cx="9651797" cy="1259991"/>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Cleaning</a:t>
            </a:r>
            <a:endParaRPr dirty="0">
              <a:solidFill>
                <a:schemeClr val="tx1"/>
              </a:solidFill>
            </a:endParaRPr>
          </a:p>
        </p:txBody>
      </p:sp>
      <p:sp>
        <p:nvSpPr>
          <p:cNvPr id="10" name="TextBox 9"/>
          <p:cNvSpPr txBox="1"/>
          <p:nvPr/>
        </p:nvSpPr>
        <p:spPr>
          <a:xfrm>
            <a:off x="834459" y="1931534"/>
            <a:ext cx="10147678" cy="3142929"/>
          </a:xfrm>
          <a:prstGeom prst="rect">
            <a:avLst/>
          </a:prstGeom>
          <a:noFill/>
        </p:spPr>
        <p:txBody>
          <a:bodyPr wrap="square" rtlCol="0">
            <a:spAutoFit/>
          </a:bodyPr>
          <a:lstStyle/>
          <a:p>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There were no Null values or blank fields in the data</a:t>
            </a:r>
          </a:p>
          <a:p>
            <a:endPar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Some values in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Order</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Date</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and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Ship</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Date</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columns are in String data</a:t>
            </a:r>
          </a:p>
          <a:p>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type. So we converted them to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datetime</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datatype using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Python </a:t>
            </a:r>
          </a:p>
          <a:p>
            <a:endParaRPr lang="en-IN" sz="2000" b="0"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endParaRPr>
          </a:p>
          <a:p>
            <a:r>
              <a:rPr lang="en-IN" sz="2000" b="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We also created a new variable named '</a:t>
            </a:r>
            <a:r>
              <a:rPr lang="en-IN" sz="2000" b="1" dirty="0">
                <a:solidFill>
                  <a:schemeClr val="tx1"/>
                </a:solidFill>
                <a:latin typeface="Lucida Calligraphy" pitchFamily="66" charset="0"/>
                <a:ea typeface="Lucida Calligraphy" pitchFamily="66" charset="0"/>
                <a:cs typeface="Lucida Calligraphy" pitchFamily="66" charset="0"/>
                <a:sym typeface="Poppins" pitchFamily="2" charset="0" panose="00000500000000000000"/>
              </a:rPr>
              <a:t>Days Shipping</a:t>
            </a:r>
            <a:r>
              <a:rPr lang="en-IN" sz="2000" b="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which calculated </a:t>
            </a:r>
          </a:p>
          <a:p>
            <a:r>
              <a:rPr lang="en-IN" sz="2000" b="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number of days required to ship the orders</a:t>
            </a:r>
            <a:endParaRPr lang="en-IN" sz="2000" b="1"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endPar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Most of the values in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Total</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Revenue</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Total</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Cost</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and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Total</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Profit</a:t>
            </a:r>
            <a:r>
              <a:rPr lang="en-IN" sz="20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columns are written with two decimal places.</a:t>
            </a:r>
            <a:endParaRPr lang="en-IN" sz="20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endParaRPr>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6</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292440"/>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8" name="Google Shape;196;p2"/>
          <p:cNvSpPr txBox="1"/>
          <p:nvPr/>
        </p:nvSpPr>
        <p:spPr>
          <a:xfrm>
            <a:off x="2924891" y="6356350"/>
            <a:ext cx="2664555" cy="365125"/>
          </a:xfrm>
          <a:prstGeom prst="rect">
            <a:avLst/>
          </a:prstGeom>
          <a:noFill/>
          <a:ln>
            <a:noFill/>
          </a:ln>
        </p:spPr>
        <p:txBody>
          <a:bodyPr wrap="square" lIns="91425" tIns="45700" rIns="91425" bIns="45700" anchor="b">
            <a:noAutofit/>
          </a:bodyPr>
          <a:lstStyle>
            <a:lvl1pPr marR="0" algn="l" rtl="0">
              <a:lnSpc>
                <a:spcPct val="90000"/>
              </a:lnSpc>
              <a:spcBef>
                <a:spcPts val="0"/>
              </a:spcBef>
              <a:spcAft>
                <a:spcPts val="0"/>
              </a:spcAft>
              <a:buClr>
                <a:schemeClr val="dk1"/>
              </a:buClr>
              <a:buSzPts val="4800"/>
              <a:buFont typeface="Arial" pitchFamily="34" charset="0" panose="020B0604020202020204"/>
              <a:buNone/>
              <a:defRPr sz="4800" b="1"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lvl="1"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lvl="2"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lvl="3"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lvl="4"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lvl="5"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lvl="6"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lvl="7"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lvl="8"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r>
              <a:rPr lang="en-US" sz="1800" dirty="0">
                <a:solidFill>
                  <a:srgbClr val="FF0000"/>
                </a:solidFill>
                <a:latin typeface="+mn-lt"/>
                <a:cs typeface="Poppins" pitchFamily="2" charset="0" panose="00000500000000000000"/>
              </a:rPr>
              <a:t>Total </a:t>
            </a:r>
            <a:r>
              <a:rPr lang="en-IN" sz="1800" dirty="0">
                <a:solidFill>
                  <a:srgbClr val="FF0000"/>
                </a:solidFill>
                <a:latin typeface="+mn-lt"/>
                <a:cs typeface="Poppins" pitchFamily="2" charset="0" panose="00000500000000000000"/>
              </a:rPr>
              <a:t>Revenue</a:t>
            </a:r>
            <a:r>
              <a:rPr lang="en-US" sz="1800" dirty="0">
                <a:solidFill>
                  <a:srgbClr val="FF0000"/>
                </a:solidFill>
                <a:latin typeface="+mn-lt"/>
                <a:cs typeface="Poppins" pitchFamily="2" charset="0" panose="00000500000000000000"/>
              </a:rPr>
              <a:t> by Year</a:t>
            </a: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3" name="Google Shape;198;p2"/>
          <p:cNvSpPr>
            <a:spLocks noGrp="1" noEditPoints="1"/>
          </p:cNvSpPr>
          <p:nvPr>
            <p:ph type="dt" idx="10"/>
          </p:nvPr>
        </p:nvSpPr>
        <p:spPr>
          <a:xfrm>
            <a:off x="381000" y="6356350"/>
            <a:ext cx="2373645"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3" name="Picture 212"/>
          <p:cNvPicPr>
            <a:picLocks noChangeAspect="1"/>
          </p:cNvPicPr>
          <p:nvPr/>
        </p:nvPicPr>
        <p:blipFill>
          <a:blip r:embed="rId1"/>
          <a:srcRect/>
          <a:stretch>
            <a:fillRect/>
          </a:stretch>
        </p:blipFill>
        <p:spPr>
          <a:xfrm>
            <a:off x="1553041" y="1428965"/>
            <a:ext cx="6992649" cy="47503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7</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325563"/>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5" name="Google Shape;196;p2"/>
          <p:cNvSpPr txBox="1"/>
          <p:nvPr/>
        </p:nvSpPr>
        <p:spPr>
          <a:xfrm>
            <a:off x="490581" y="2038827"/>
            <a:ext cx="3070026" cy="489375"/>
          </a:xfrm>
          <a:prstGeom prst="rect">
            <a:avLst/>
          </a:prstGeom>
          <a:noFill/>
          <a:ln>
            <a:noFill/>
          </a:ln>
        </p:spPr>
        <p:txBody>
          <a:bodyPr wrap="square" lIns="91425" tIns="45700" rIns="91425" bIns="45700" anchor="b">
            <a:noAutofit/>
          </a:bodyPr>
          <a:lstStyle>
            <a:lvl1pPr marR="0" algn="l" rtl="0">
              <a:lnSpc>
                <a:spcPct val="90000"/>
              </a:lnSpc>
              <a:spcBef>
                <a:spcPts val="0"/>
              </a:spcBef>
              <a:spcAft>
                <a:spcPts val="0"/>
              </a:spcAft>
              <a:buClr>
                <a:schemeClr val="dk1"/>
              </a:buClr>
              <a:buSzPts val="4800"/>
              <a:buFont typeface="Arial" pitchFamily="34" charset="0" panose="020B0604020202020204"/>
              <a:buNone/>
              <a:defRPr sz="4800" b="1" i="0" u="none" strike="noStrike" cap="none">
                <a:solidFill>
                  <a:schemeClr val="dk1"/>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1pPr>
            <a:lvl2pPr marR="0" lvl="1"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2pPr>
            <a:lvl3pPr marR="0" lvl="2"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3pPr>
            <a:lvl4pPr marR="0" lvl="3"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4pPr>
            <a:lvl5pPr marR="0" lvl="4"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5pPr>
            <a:lvl6pPr marR="0" lvl="5"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6pPr>
            <a:lvl7pPr marR="0" lvl="6"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7pPr>
            <a:lvl8pPr marR="0" lvl="7"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8pPr>
            <a:lvl9pPr marR="0" lvl="8" algn="l" rtl="0">
              <a:lnSpc>
                <a:spcPct val="100000"/>
              </a:lnSpc>
              <a:spcBef>
                <a:spcPts val="0"/>
              </a:spcBef>
              <a:spcAft>
                <a:spcPts val="0"/>
              </a:spcAft>
              <a:buClr>
                <a:srgbClr val="000000"/>
              </a:buClr>
              <a:buSzPts val="1400"/>
              <a:buFont typeface="Arial" pitchFamily="34" charset="0" panose="020B0604020202020204"/>
              <a:buNone/>
              <a:defRPr sz="1800" b="0" i="0" u="none" strike="noStrike" cap="none">
                <a:solidFill>
                  <a:srgbClr val="000000"/>
                </a:solidFill>
                <a:latin typeface="Arial" pitchFamily="34" charset="0" panose="020B0604020202020204"/>
                <a:ea typeface="Arial" pitchFamily="34" charset="0" panose="020B0604020202020204"/>
                <a:cs typeface="Arial" pitchFamily="34" charset="0" panose="020B0604020202020204"/>
                <a:sym typeface="Arial" pitchFamily="34" charset="0" panose="020B0604020202020204"/>
              </a:defRPr>
            </a:lvl9pPr>
          </a:lstStyle>
          <a:p>
            <a:r>
              <a:rPr lang="en-US" sz="2000" dirty="0">
                <a:solidFill>
                  <a:schemeClr val="tx1">
                    <a:lumMod val="75000"/>
                    <a:lumOff val="25000"/>
                  </a:schemeClr>
                </a:solidFill>
                <a:latin typeface="+mn-lt"/>
                <a:cs typeface="Poppins" pitchFamily="2" charset="0" panose="00000500000000000000"/>
              </a:rPr>
              <a:t>Total Sales by Channel</a:t>
            </a:r>
          </a:p>
        </p:txBody>
      </p:sp>
      <p:sp>
        <p:nvSpPr>
          <p:cNvPr id="12"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3" name="Picture 212"/>
          <p:cNvPicPr>
            <a:picLocks noChangeAspect="1"/>
          </p:cNvPicPr>
          <p:nvPr/>
        </p:nvPicPr>
        <p:blipFill>
          <a:blip r:embed="rId1"/>
          <a:srcRect/>
          <a:stretch>
            <a:fillRect/>
          </a:stretch>
        </p:blipFill>
        <p:spPr>
          <a:xfrm>
            <a:off x="3415261" y="1647106"/>
            <a:ext cx="6459252" cy="4709244"/>
          </a:xfrm>
          <a:prstGeom prst="rect">
            <a:avLst/>
          </a:prstGeom>
        </p:spPr>
      </p:pic>
      <p:pic>
        <p:nvPicPr>
          <p:cNvPr id="214" name="Picture 213"/>
          <p:cNvPicPr>
            <a:picLocks noChangeAspect="1"/>
          </p:cNvPicPr>
          <p:nvPr/>
        </p:nvPicPr>
        <p:blipFill>
          <a:blip r:embed="rId2"/>
          <a:srcRect/>
          <a:stretch>
            <a:fillRect/>
          </a:stretch>
        </p:blipFill>
        <p:spPr>
          <a:xfrm>
            <a:off x="1426163" y="3104941"/>
            <a:ext cx="2134444" cy="99033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8</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325563"/>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contentPart xmlns:p14="http://schemas.microsoft.com/office/powerpoint/2010/main" xmlns:aink="http://schemas.microsoft.com/office/drawing/2016/ink" p14:bwMode="auto" r:id="rId1">
        <p14:nvContentPartPr>
          <p14:cNvPr id="9" name="Ink 8"/>
          <p14:nvPr/>
        </p14:nvContentPartPr>
        <p14:xfrm>
          <a:off x="11021634" y="5885937"/>
          <a:ext cx="357480" cy="313200"/>
        </p14:xfrm>
      </p:contentPart>
      <p:contentPart xmlns:p14="http://schemas.microsoft.com/office/powerpoint/2010/main" xmlns:aink="http://schemas.microsoft.com/office/drawing/2016/ink" p14:bwMode="auto" r:id="rId2">
        <p14:nvContentPartPr>
          <p14:cNvPr id="11" name="Ink 10"/>
          <p14:nvPr/>
        </p14:nvContentPartPr>
        <p14:xfrm>
          <a:off x="11001474" y="6091497"/>
          <a:ext cx="119520" cy="193320"/>
        </p14:xfrm>
      </p:contentPart>
      <p:contentPart xmlns:p14="http://schemas.microsoft.com/office/powerpoint/2010/main" xmlns:aink="http://schemas.microsoft.com/office/drawing/2016/ink" p14:bwMode="auto" r:id="rId3">
        <p14:nvContentPartPr>
          <p14:cNvPr id="13" name="Ink 12"/>
          <p14:nvPr/>
        </p14:nvContentPartPr>
        <p14:xfrm>
          <a:off x="10888794" y="5790897"/>
          <a:ext cx="457200" cy="401040"/>
        </p14:xfrm>
      </p:contentPart>
      <p:contentPart xmlns:p14="http://schemas.microsoft.com/office/powerpoint/2010/main" xmlns:aink="http://schemas.microsoft.com/office/drawing/2016/ink" p14:bwMode="auto" r:id="rId4">
        <p14:nvContentPartPr>
          <p14:cNvPr id="14" name="Ink 13"/>
          <p14:nvPr/>
        </p14:nvContentPartPr>
        <p14:xfrm>
          <a:off x="11060514" y="5811057"/>
          <a:ext cx="292680" cy="297720"/>
        </p14:xfrm>
      </p:contentPart>
      <p:contentPart xmlns:p14="http://schemas.microsoft.com/office/powerpoint/2010/main" xmlns:aink="http://schemas.microsoft.com/office/drawing/2016/ink" p14:bwMode="auto" r:id="rId5">
        <p14:nvContentPartPr>
          <p14:cNvPr id="15" name="Ink 14"/>
          <p14:nvPr/>
        </p14:nvContentPartPr>
        <p14:xfrm>
          <a:off x="10856034" y="5738337"/>
          <a:ext cx="556200" cy="488160"/>
        </p14:xfrm>
      </p:contentPart>
      <p:contentPart xmlns:p14="http://schemas.microsoft.com/office/powerpoint/2010/main" xmlns:aink="http://schemas.microsoft.com/office/drawing/2016/ink" p14:bwMode="auto" r:id="rId6">
        <p14:nvContentPartPr>
          <p14:cNvPr id="20" name="Ink 19"/>
          <p14:nvPr/>
        </p14:nvContentPartPr>
        <p14:xfrm>
          <a:off x="10943514" y="5723577"/>
          <a:ext cx="468720" cy="459360"/>
        </p14:xfrm>
      </p:contentPart>
      <p:sp>
        <p:nvSpPr>
          <p:cNvPr id="18"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3" name="Picture 212"/>
          <p:cNvPicPr>
            <a:picLocks noChangeAspect="1"/>
          </p:cNvPicPr>
          <p:nvPr/>
        </p:nvPicPr>
        <p:blipFill>
          <a:blip r:embed="rId7"/>
          <a:srcRect/>
          <a:stretch>
            <a:fillRect/>
          </a:stretch>
        </p:blipFill>
        <p:spPr>
          <a:xfrm>
            <a:off x="948130" y="1490867"/>
            <a:ext cx="8081369" cy="49391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9</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325563"/>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3" name="Picture 212"/>
          <p:cNvPicPr>
            <a:picLocks noChangeAspect="1"/>
          </p:cNvPicPr>
          <p:nvPr/>
        </p:nvPicPr>
        <p:blipFill>
          <a:blip r:embed="rId1"/>
          <a:srcRect/>
          <a:stretch>
            <a:fillRect/>
          </a:stretch>
        </p:blipFill>
        <p:spPr>
          <a:xfrm>
            <a:off x="780509" y="1462088"/>
            <a:ext cx="8225749" cy="4894262"/>
          </a:xfrm>
          <a:prstGeom prst="rect">
            <a:avLst/>
          </a:prstGeom>
        </p:spPr>
      </p:pic>
      <p:pic>
        <p:nvPicPr>
          <p:cNvPr id="214" name="Picture 213"/>
          <p:cNvPicPr>
            <a:picLocks noChangeAspect="1"/>
          </p:cNvPicPr>
          <p:nvPr/>
        </p:nvPicPr>
        <p:blipFill>
          <a:blip r:embed="rId2"/>
          <a:srcRect/>
          <a:stretch>
            <a:fillRect/>
          </a:stretch>
        </p:blipFill>
        <p:spPr>
          <a:xfrm>
            <a:off x="6193386" y="4562493"/>
            <a:ext cx="1906355" cy="90062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10</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898786"/>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7" name="Picture 216"/>
          <p:cNvPicPr>
            <a:picLocks noChangeAspect="1"/>
          </p:cNvPicPr>
          <p:nvPr/>
        </p:nvPicPr>
        <p:blipFill>
          <a:blip r:embed="rId1"/>
          <a:srcRect/>
          <a:stretch>
            <a:fillRect/>
          </a:stretch>
        </p:blipFill>
        <p:spPr>
          <a:xfrm>
            <a:off x="548863" y="1351213"/>
            <a:ext cx="8294337" cy="5005137"/>
          </a:xfrm>
          <a:prstGeom prst="rect">
            <a:avLst/>
          </a:prstGeom>
        </p:spPr>
      </p:pic>
      <p:sp>
        <p:nvSpPr>
          <p:cNvPr id="222" name="TextBox 221"/>
          <p:cNvSpPr txBox="1"/>
          <p:nvPr/>
        </p:nvSpPr>
        <p:spPr>
          <a:xfrm>
            <a:off x="7006014" y="974428"/>
            <a:ext cx="1837186" cy="545847"/>
          </a:xfrm>
          <a:prstGeom prst="rect">
            <a:avLst/>
          </a:prstGeom>
          <a:noFill/>
        </p:spPr>
        <p:txBody>
          <a:bodyPr wrap="square" rtlCol="0">
            <a:spAutoFit/>
          </a:bodyPr>
          <a:lstStyle/>
          <a:p>
            <a:r>
              <a:rPr lang="en-IN" sz="1600" b="1">
                <a:solidFill>
                  <a:srgbClr val="FF0000"/>
                </a:solidFill>
              </a:rPr>
              <a:t>Profit by Region</a:t>
            </a:r>
            <a:endParaRPr lang="en-US"/>
          </a:p>
          <a:p>
            <a:endParaRPr lang="en-US"/>
          </a:p>
        </p:txBody>
      </p:sp>
      <p:pic>
        <p:nvPicPr>
          <p:cNvPr id="223" name="Picture 222"/>
          <p:cNvPicPr>
            <a:picLocks noChangeAspect="1"/>
          </p:cNvPicPr>
          <p:nvPr/>
        </p:nvPicPr>
        <p:blipFill>
          <a:blip r:embed="rId2"/>
          <a:srcRect/>
          <a:stretch>
            <a:fillRect/>
          </a:stretch>
        </p:blipFill>
        <p:spPr>
          <a:xfrm>
            <a:off x="8967918" y="3429000"/>
            <a:ext cx="2030223" cy="100285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11</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209683"/>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3" name="Picture 212"/>
          <p:cNvPicPr>
            <a:picLocks noChangeAspect="1"/>
          </p:cNvPicPr>
          <p:nvPr/>
        </p:nvPicPr>
        <p:blipFill>
          <a:blip r:embed="rId1"/>
          <a:srcRect/>
          <a:stretch>
            <a:fillRect/>
          </a:stretch>
        </p:blipFill>
        <p:spPr>
          <a:xfrm>
            <a:off x="585259" y="1346208"/>
            <a:ext cx="8862938" cy="510744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12</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758174"/>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3" name="Picture 212"/>
          <p:cNvPicPr>
            <a:picLocks noChangeAspect="1"/>
          </p:cNvPicPr>
          <p:nvPr/>
        </p:nvPicPr>
        <p:blipFill>
          <a:blip r:embed="rId1"/>
          <a:srcRect/>
          <a:stretch>
            <a:fillRect/>
          </a:stretch>
        </p:blipFill>
        <p:spPr>
          <a:xfrm>
            <a:off x="335508" y="894699"/>
            <a:ext cx="9817768" cy="554415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13</a:t>
            </a:fld>
            <a:endParaRPr lang="en-US"/>
          </a:p>
        </p:txBody>
      </p:sp>
      <p:sp>
        <p:nvSpPr>
          <p:cNvPr id="209" name="Google Shape;209;p3"/>
          <p:cNvSpPr>
            <a:spLocks noGrp="1" noEditPoints="1"/>
          </p:cNvSpPr>
          <p:nvPr>
            <p:ph type="body" idx="3"/>
          </p:nvPr>
        </p:nvSpPr>
        <p:spPr>
          <a:xfrm>
            <a:off x="11539726"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758174"/>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Data Analysis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pic>
        <p:nvPicPr>
          <p:cNvPr id="214" name="Picture 213"/>
          <p:cNvPicPr>
            <a:picLocks noChangeAspect="1"/>
          </p:cNvPicPr>
          <p:nvPr/>
        </p:nvPicPr>
        <p:blipFill>
          <a:blip r:embed="rId1"/>
          <a:srcRect/>
          <a:stretch>
            <a:fillRect/>
          </a:stretch>
        </p:blipFill>
        <p:spPr>
          <a:xfrm>
            <a:off x="523760" y="825401"/>
            <a:ext cx="9837019" cy="560190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14</a:t>
            </a:fld>
            <a:endParaRPr lang="en-US"/>
          </a:p>
        </p:txBody>
      </p:sp>
      <p:sp>
        <p:nvSpPr>
          <p:cNvPr id="209" name="Google Shape;209;p3"/>
          <p:cNvSpPr>
            <a:spLocks noGrp="1" noEditPoints="1"/>
          </p:cNvSpPr>
          <p:nvPr>
            <p:ph type="body" idx="3"/>
          </p:nvPr>
        </p:nvSpPr>
        <p:spPr>
          <a:xfrm>
            <a:off x="11553668"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325563"/>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Insights</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TextBox 11"/>
          <p:cNvSpPr txBox="1"/>
          <p:nvPr/>
        </p:nvSpPr>
        <p:spPr>
          <a:xfrm>
            <a:off x="1167490" y="1816764"/>
            <a:ext cx="10114905" cy="3935061"/>
          </a:xfrm>
          <a:prstGeom prst="rect">
            <a:avLst/>
          </a:prstGeom>
          <a:noFill/>
        </p:spPr>
        <p:txBody>
          <a:bodyPr wrap="square">
            <a:spAutoFit/>
          </a:bodyPr>
          <a:lstStyle/>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total revenue is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137.35M</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out of which total profit is </a:t>
            </a:r>
            <a:r>
              <a:rPr lang="en-IN" sz="1800" b="1" dirty="0">
                <a:solidFill>
                  <a:schemeClr val="tx1"/>
                </a:solidFill>
                <a:latin typeface="Lucida Calligraphy" pitchFamily="66" charset="0"/>
                <a:ea typeface="Lucida Calligraphy" pitchFamily="66" charset="0"/>
                <a:cs typeface="Lucida Calligraphy" pitchFamily="66" charset="0"/>
                <a:sym typeface="Poppins" pitchFamily="2" charset="0" panose="00000500000000000000"/>
              </a:rPr>
              <a:t>$44.17M</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average profit margin is</a:t>
            </a:r>
            <a:r>
              <a:rPr lang="en-IN" sz="1800" b="1" dirty="0">
                <a:solidFill>
                  <a:schemeClr val="tx1"/>
                </a:solidFill>
                <a:latin typeface="Lucida Calligraphy" pitchFamily="66" charset="0"/>
                <a:ea typeface="Lucida Calligraphy" pitchFamily="66" charset="0"/>
                <a:cs typeface="Lucida Calligraphy" pitchFamily="66" charset="0"/>
                <a:sym typeface="Poppins" pitchFamily="2" charset="0" panose="00000500000000000000"/>
              </a:rPr>
              <a:t> 441.68K</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“H” </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order priority gave the highest sales, which means people need their products fast.</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“Cosmetics” </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products gave the highest sales.</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Majority of people still prefer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“Offline Channel” </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for buying products.</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year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2012</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has seen the highest sales of around </a:t>
            </a:r>
            <a:r>
              <a:rPr lang="en-IN" sz="1800" b="1" dirty="0">
                <a:solidFill>
                  <a:schemeClr val="tx1"/>
                </a:solidFill>
                <a:latin typeface="Lucida Calligraphy" pitchFamily="66" charset="0"/>
                <a:ea typeface="Lucida Calligraphy" pitchFamily="66" charset="0"/>
                <a:cs typeface="Lucida Calligraphy" pitchFamily="66" charset="0"/>
                <a:sym typeface="Poppins" pitchFamily="2" charset="0" panose="00000500000000000000"/>
              </a:rPr>
              <a:t>32M</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Sub-Saharan Africa </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region has seen the highest sales</a:t>
            </a:r>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15</a:t>
            </a:fld>
            <a:endParaRPr lang="en-US"/>
          </a:p>
        </p:txBody>
      </p:sp>
      <p:sp>
        <p:nvSpPr>
          <p:cNvPr id="209" name="Google Shape;209;p3"/>
          <p:cNvSpPr>
            <a:spLocks noGrp="1" noEditPoints="1"/>
          </p:cNvSpPr>
          <p:nvPr>
            <p:ph type="body" idx="3"/>
          </p:nvPr>
        </p:nvSpPr>
        <p:spPr>
          <a:xfrm>
            <a:off x="11553668"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226887"/>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Summary</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TextBox 11"/>
          <p:cNvSpPr txBox="1"/>
          <p:nvPr/>
        </p:nvSpPr>
        <p:spPr>
          <a:xfrm>
            <a:off x="867232" y="1711272"/>
            <a:ext cx="10114905" cy="4209381"/>
          </a:xfrm>
          <a:prstGeom prst="rect">
            <a:avLst/>
          </a:prstGeom>
          <a:noFill/>
        </p:spPr>
        <p:txBody>
          <a:bodyPr wrap="square">
            <a:spAutoFit/>
          </a:bodyPr>
          <a:lstStyle/>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Cosmetic products are very popular among people of Europe and these products generated the highest profit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(14.56 M) </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of all items. So, it is advisable to create marketing campaigns promoting Cosmetic products.</a:t>
            </a:r>
          </a:p>
          <a:p>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Total Population of North America prefer to shop offline as compared to people of Europe, who prefer Online shopping. But because high profits are coming from Online channel, it advisable to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promote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products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online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Region Sub-Saharan Africa has generated the highest profit where people bought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Fruits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the most, with around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31</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thousands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unit sold. Highlight the health benefits of fruits and align marketing with local preferences.</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The second most purchased item, after Cosmetics in Europe is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Baby</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Food</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This insight tells us that majority of people of Europe are newly wed couples. Thus you can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promote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products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related</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to</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new</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born</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babies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to these people.</a:t>
            </a:r>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Google Shape;208;p3"/>
          <p:cNvSpPr>
            <a:spLocks noGrp="1" noEditPoints="1"/>
          </p:cNvSpPr>
          <p:nvPr>
            <p:ph type="sldNum" idx="12"/>
          </p:nvPr>
        </p:nvSpPr>
        <p:spPr>
          <a:xfrm>
            <a:off x="10153276" y="6356350"/>
            <a:ext cx="1657723" cy="365125"/>
          </a:xfrm>
          <a:prstGeom prst="rect">
            <a:avLst/>
          </a:prstGeom>
          <a:noFill/>
          <a:ln>
            <a:noFill/>
          </a:ln>
        </p:spPr>
        <p:txBody>
          <a:bodyPr wrap="square" lIns="91425" tIns="45700" rIns="91425" bIns="45700" anchor="ctr">
            <a:noAutofit/>
          </a:bodyPr>
          <a:lstStyle/>
          <a:p>
            <a:pPr marL="0" indent="0" algn="r" rtl="0">
              <a:spcBef>
                <a:spcPts val="0"/>
              </a:spcBef>
              <a:spcAft>
                <a:spcPts val="0"/>
              </a:spcAft>
              <a:buNone/>
            </a:pPr>
            <a:fld id="{00000000-1234-1234-1234-123412341234}" type="slidenum">
              <a:rPr lang="en-US"/>
              <a:t>16</a:t>
            </a:fld>
            <a:endParaRPr lang="en-US"/>
          </a:p>
        </p:txBody>
      </p:sp>
      <p:sp>
        <p:nvSpPr>
          <p:cNvPr id="209" name="Google Shape;209;p3"/>
          <p:cNvSpPr>
            <a:spLocks noGrp="1" noEditPoints="1"/>
          </p:cNvSpPr>
          <p:nvPr>
            <p:ph type="body" idx="3"/>
          </p:nvPr>
        </p:nvSpPr>
        <p:spPr>
          <a:xfrm>
            <a:off x="11553668" y="3986784"/>
            <a:ext cx="257331" cy="21698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0" name="Google Shape;210;p3"/>
          <p:cNvSpPr>
            <a:spLocks noGrp="1" noEditPoints="1"/>
          </p:cNvSpPr>
          <p:nvPr>
            <p:ph type="body" idx="2"/>
          </p:nvPr>
        </p:nvSpPr>
        <p:spPr>
          <a:xfrm flipH="1">
            <a:off x="10946674" y="3986784"/>
            <a:ext cx="593053" cy="1370032"/>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211" name="Google Shape;211;p3"/>
          <p:cNvSpPr>
            <a:spLocks noGrp="1" noEditPoints="1"/>
          </p:cNvSpPr>
          <p:nvPr>
            <p:ph type="body" idx="4"/>
          </p:nvPr>
        </p:nvSpPr>
        <p:spPr>
          <a:xfrm rot="10800000" flipH="1">
            <a:off x="10469879" y="2528202"/>
            <a:ext cx="476795" cy="153515"/>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400"/>
              <a:buNone/>
            </a:pPr>
            <a:r>
              <a:rPr lang="en-US"/>
              <a:t> </a:t>
            </a:r>
          </a:p>
        </p:txBody>
      </p:sp>
      <p:sp>
        <p:nvSpPr>
          <p:cNvPr id="212" name="Google Shape;212;p3"/>
          <p:cNvSpPr>
            <a:spLocks noGrp="1" noEditPoints="1"/>
          </p:cNvSpPr>
          <p:nvPr>
            <p:ph type="body" idx="1"/>
          </p:nvPr>
        </p:nvSpPr>
        <p:spPr>
          <a:xfrm rot="10800000">
            <a:off x="5830931" y="5193649"/>
            <a:ext cx="1240428" cy="1015127"/>
          </a:xfrm>
          <a:prstGeom prst="rect">
            <a:avLst/>
          </a:prstGeom>
          <a:noFill/>
          <a:ln>
            <a:noFill/>
          </a:ln>
        </p:spPr>
        <p:txBody>
          <a:bodyPr wrap="square" lIns="91425" tIns="45700" rIns="91425" bIns="45700" anchor="t">
            <a:noAutofit/>
          </a:bodyPr>
          <a:lstStyle/>
          <a:p>
            <a:pPr marL="0" indent="0" algn="l" rtl="0">
              <a:lnSpc>
                <a:spcPct val="90000"/>
              </a:lnSpc>
              <a:spcBef>
                <a:spcPts val="0"/>
              </a:spcBef>
              <a:spcAft>
                <a:spcPts val="0"/>
              </a:spcAft>
              <a:buClr>
                <a:schemeClr val="dk1"/>
              </a:buClr>
              <a:buSzPts val="2000"/>
              <a:buNone/>
            </a:pPr>
            <a:r>
              <a:rPr lang="en-US"/>
              <a:t> </a:t>
            </a:r>
          </a:p>
        </p:txBody>
      </p:sp>
      <p:sp>
        <p:nvSpPr>
          <p:cNvPr id="19" name="Google Shape;196;p2"/>
          <p:cNvSpPr>
            <a:spLocks noGrp="1" noEditPoints="1"/>
          </p:cNvSpPr>
          <p:nvPr>
            <p:ph type="title"/>
          </p:nvPr>
        </p:nvSpPr>
        <p:spPr>
          <a:xfrm>
            <a:off x="1167491" y="136525"/>
            <a:ext cx="9779183" cy="1086610"/>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4800"/>
              <a:buFont typeface="Arial" pitchFamily="34" charset="0" panose="020B0604020202020204"/>
              <a:buNone/>
            </a:pPr>
            <a:r>
              <a:rPr lang="en-US" dirty="0">
                <a:solidFill>
                  <a:schemeClr val="tx1"/>
                </a:solidFill>
              </a:rPr>
              <a:t>Summary</a:t>
            </a:r>
            <a:endParaRPr dirty="0">
              <a:solidFill>
                <a:schemeClr val="tx1"/>
              </a:solidFill>
            </a:endParaRPr>
          </a:p>
        </p:txBody>
      </p:sp>
      <p:sp>
        <p:nvSpPr>
          <p:cNvPr id="17" name="Oval 16"/>
          <p:cNvSpPr/>
          <p:nvPr/>
        </p:nvSpPr>
        <p:spPr>
          <a:xfrm>
            <a:off x="7409904" y="5179135"/>
            <a:ext cx="2573126" cy="1664351"/>
          </a:xfrm>
          <a:prstGeom prst="ellipse">
            <a:avLst/>
          </a:prstGeom>
          <a:solidFill>
            <a:schemeClr val="bg1"/>
          </a:solidFill>
          <a:ln>
            <a:solidFill>
              <a:schemeClr val="bg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IN"/>
          </a:p>
        </p:txBody>
      </p:sp>
      <p:sp>
        <p:nvSpPr>
          <p:cNvPr id="12" name="TextBox 11"/>
          <p:cNvSpPr txBox="1"/>
          <p:nvPr/>
        </p:nvSpPr>
        <p:spPr>
          <a:xfrm>
            <a:off x="867232" y="1556524"/>
            <a:ext cx="10114905" cy="4483701"/>
          </a:xfrm>
          <a:prstGeom prst="rect">
            <a:avLst/>
          </a:prstGeom>
          <a:noFill/>
        </p:spPr>
        <p:txBody>
          <a:bodyPr wrap="square">
            <a:spAutoFit/>
          </a:bodyPr>
          <a:lstStyle/>
          <a:p>
            <a:pPr marL="342900" indent="-342900">
              <a:buFont typeface="Arial" pitchFamily="34" charset="0" panose="020B0604020202020204"/>
              <a:buChar char="•"/>
            </a:pP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Fruits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has generated the least profit of all item types which is only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120.50K</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It is advisable to understand the customer needs, adjust the price and analyse the local preference. </a:t>
            </a:r>
          </a:p>
          <a:p>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North</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America</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has generated the least profit by selling only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Personal</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Care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and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Household</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Items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through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Offline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Channel. Try to promote products other than these items through Online Channel by giving discounts.</a:t>
            </a:r>
          </a:p>
          <a:p>
            <a:pPr marL="0" indent="0">
              <a:buFont typeface="Arial" pitchFamily="34" charset="0" panose="020B0604020202020204"/>
              <a:buNone/>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Meat</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is the least sold item with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11K </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units sold in Australia and Oceania and Sub-Saharan Africa Region using only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Online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Channel. Consider selling different kinds of meat products and adjust the prices.</a:t>
            </a:r>
          </a:p>
          <a:p>
            <a:pPr marL="342900" indent="-342900">
              <a:buFont typeface="Arial" pitchFamily="34" charset="0" panose="020B0604020202020204"/>
              <a:buChar char="•"/>
            </a:pPr>
            <a:endPar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endParaRPr>
          </a:p>
          <a:p>
            <a:pPr marL="342900" indent="-342900">
              <a:buFont typeface="Arial" pitchFamily="34" charset="0" panose="020B0604020202020204"/>
              <a:buChar char="•"/>
            </a:pP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Household</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Items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and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Cosmetic</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Products</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are sold the most through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Offline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and </a:t>
            </a:r>
            <a:r>
              <a:rPr lang="en-IN" sz="1800" b="1" dirty="0">
                <a:solidFill>
                  <a:schemeClr val="tx1">
                    <a:lumMod val="95000"/>
                    <a:lumOff val="5000"/>
                  </a:schemeClr>
                </a:solidFill>
                <a:latin typeface="Lucida Calligraphy" pitchFamily="66" charset="0"/>
                <a:ea typeface="Lucida Calligraphy" pitchFamily="66" charset="0"/>
                <a:cs typeface="Lucida Calligraphy" pitchFamily="66" charset="0"/>
                <a:sym typeface="Poppins" pitchFamily="2" charset="0" panose="00000500000000000000"/>
              </a:rPr>
              <a:t>Online</a:t>
            </a:r>
            <a:r>
              <a:rPr lang="en-IN" sz="1800" dirty="0">
                <a:solidFill>
                  <a:schemeClr val="accent1"/>
                </a:solidFill>
                <a:latin typeface="Lucida Calligraphy" pitchFamily="66" charset="0"/>
                <a:ea typeface="Lucida Calligraphy" pitchFamily="66" charset="0"/>
                <a:cs typeface="Lucida Calligraphy" pitchFamily="66" charset="0"/>
                <a:sym typeface="Poppins" pitchFamily="2" charset="0" panose="00000500000000000000"/>
              </a:rPr>
              <a:t> Channels respectively. Enhance physical stores with attractive displays and promotions for Household Items. Run targeted ads and make the website more user friendly for Cosmetic products.</a:t>
            </a:r>
          </a:p>
        </p:txBody>
      </p:sp>
      <p:sp>
        <p:nvSpPr>
          <p:cNvPr id="11" name="Google Shape;198;p2"/>
          <p:cNvSpPr>
            <a:spLocks noGrp="1" noEditPoints="1"/>
          </p:cNvSpPr>
          <p:nvPr>
            <p:ph type="dt" idx="10"/>
          </p:nvPr>
        </p:nvSpPr>
        <p:spPr>
          <a:xfrm>
            <a:off x="381000" y="6356350"/>
            <a:ext cx="2743200" cy="365125"/>
          </a:xfrm>
          <a:prstGeom prst="rect">
            <a:avLst/>
          </a:prstGeom>
          <a:noFill/>
          <a:ln>
            <a:noFill/>
          </a:ln>
        </p:spPr>
        <p:txBody>
          <a:bodyPr wrap="square" lIns="91425" tIns="45700" rIns="91425" bIns="45700" anchor="ctr">
            <a:noAutofit/>
          </a:bodyPr>
          <a:lstStyle/>
          <a:p>
            <a:pPr marL="0" indent="0" algn="l" rtl="0">
              <a:spcBef>
                <a:spcPts val="0"/>
              </a:spcBef>
              <a:spcAft>
                <a:spcPts val="0"/>
              </a:spcAft>
              <a:buNone/>
            </a:pPr>
            <a:r>
              <a:rPr lang="en-IN" dirty="0"/>
              <a:t>26</a:t>
            </a:r>
            <a:r>
              <a:rPr lang="en-US" dirty="0"/>
              <a:t>/</a:t>
            </a:r>
            <a:r>
              <a:rPr lang="en-IN" dirty="0"/>
              <a:t>06</a:t>
            </a:r>
            <a:r>
              <a:rPr lang="en-US" dirty="0"/>
              <a:t>/2024</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 name="Google Shape;261;p7"/>
          <p:cNvSpPr>
            <a:spLocks noGrp="1" noEditPoints="1"/>
          </p:cNvSpPr>
          <p:nvPr>
            <p:ph type="ctrTitle"/>
          </p:nvPr>
        </p:nvSpPr>
        <p:spPr>
          <a:xfrm>
            <a:off x="1167494" y="1122363"/>
            <a:ext cx="6220278" cy="2387600"/>
          </a:xfrm>
          <a:prstGeom prst="rect">
            <a:avLst/>
          </a:prstGeom>
          <a:noFill/>
          <a:ln>
            <a:noFill/>
          </a:ln>
        </p:spPr>
        <p:txBody>
          <a:bodyPr wrap="square" lIns="91425" tIns="45700" rIns="91425" bIns="45700" anchor="b">
            <a:noAutofit/>
          </a:bodyPr>
          <a:lstStyle/>
          <a:p>
            <a:pPr marL="0" indent="0" algn="l" rtl="0">
              <a:lnSpc>
                <a:spcPct val="90000"/>
              </a:lnSpc>
              <a:spcBef>
                <a:spcPts val="0"/>
              </a:spcBef>
              <a:spcAft>
                <a:spcPts val="0"/>
              </a:spcAft>
              <a:buClr>
                <a:schemeClr val="dk1"/>
              </a:buClr>
              <a:buSzPts val="6000"/>
              <a:buFont typeface="Arial" pitchFamily="34" charset="0" panose="020B0604020202020204"/>
              <a:buNone/>
            </a:pPr>
            <a:r>
              <a:rPr lang="en-US"/>
              <a:t>Thank you</a:t>
            </a:r>
          </a:p>
        </p:txBody>
      </p:sp>
    </p:spTree>
  </p:cSld>
  <p:clrMapOvr>
    <a:masterClrMapping/>
  </p:clrMapOvr>
</p:sld>
</file>

<file path=ppt/theme/theme1.xml><?xml version="1.0" encoding="utf-8"?>
<a:theme xmlns:a="http://schemas.openxmlformats.org/drawingml/2006/main" name="Office Theme">
  <a:themeElements>
    <a:clrScheme name="Universal Color Block">
      <a:dk1>
        <a:srgbClr val="000000"/>
      </a:dk1>
      <a:lt1>
        <a:srgbClr val="FFFFFF"/>
      </a:lt1>
      <a:dk2>
        <a:srgbClr val="44546A"/>
      </a:dk2>
      <a:lt2>
        <a:srgbClr val="E7E6E6"/>
      </a:lt2>
      <a:accent1>
        <a:srgbClr val="0068FF"/>
      </a:accent1>
      <a:accent2>
        <a:srgbClr val="DAE5EF"/>
      </a:accent2>
      <a:accent3>
        <a:srgbClr val="637183"/>
      </a:accent3>
      <a:accent4>
        <a:srgbClr val="434E5E"/>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247</TotalTime>
  <Words>756</Words>
  <Application>Microsoft Office PowerPoint</Application>
  <PresentationFormat>Widescreen</PresentationFormat>
  <Paragraphs>170</Paragraphs>
  <Slides>18</Slides>
  <Notes>18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Poppins</vt:lpstr>
      <vt:lpstr>Calibri</vt:lpstr>
      <vt:lpstr>Office Theme</vt:lpstr>
      <vt:lpstr>Amazon Sales Data Analysis</vt:lpstr>
      <vt:lpstr>Objectives</vt:lpstr>
      <vt:lpstr>The Process</vt:lpstr>
      <vt:lpstr>Data Collection</vt:lpstr>
      <vt:lpstr>Data Cleaning</vt:lpstr>
      <vt:lpstr>Data Analysis</vt:lpstr>
      <vt:lpstr>Data Analysis</vt:lpstr>
      <vt:lpstr>Data Analysis</vt:lpstr>
      <vt:lpstr>Data Analysis</vt:lpstr>
      <vt:lpstr>Data Analysis</vt:lpstr>
      <vt:lpstr>Data Analysis</vt:lpstr>
      <vt:lpstr>Data Analysis</vt:lpstr>
      <vt:lpstr>Data Analysis</vt:lpstr>
      <vt:lpstr>Data Analysis</vt:lpstr>
      <vt:lpstr>Insights</vt:lpstr>
      <vt:lpstr>Summary</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Amazon Sales Data Analysis</dc:title>
  <dc:creator>NAVEEN SRINIVASAN</dc:creator>
  <cp:lastModifiedBy>Krishna</cp:lastModifiedBy>
  <cp:revision>40</cp:revision>
  <dcterms:created xsi:type="dcterms:W3CDTF">2022-12-29T06:36:15Z</dcterms:created>
  <dcterms:modified xsi:type="dcterms:W3CDTF">2024-06-22T18:41:07Z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