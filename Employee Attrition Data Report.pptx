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g"/>
  <Default Extension="bmp" ContentType="image/bmp"/>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ppt/slides/slide23.xml" ContentType="application/vnd.openxmlformats-officedocument.presentationml.slide+xml"/>
  <Override PartName="/ppt/slides/slide3.xml" ContentType="application/vnd.openxmlformats-officedocument.presentationml.slide+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notesslides/notesslide2.xml" ContentType="application/vnd.openxmlformats-officedocument.presentationml.notesSlide+xml"/>
  <Override PartName="/ppt/viewprops.xml" ContentType="application/vnd.openxmlformats-officedocument.presentationml.viewProps+xml"/>
  <Override PartName="/ppt/notesslides/notesslide14.xml" ContentType="application/vnd.openxmlformats-officedocument.presentationml.notesSlide+xml"/>
  <Override PartName="/ppt/tablestyles.xml" ContentType="application/vnd.openxmlformats-officedocument.presentationml.tableStyles+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23.xml" ContentType="application/vnd.openxmlformats-officedocument.presentationml.notesSlide+xml"/>
  <Override PartName="/ppt/slidelayouts/slidelayout2.xml" ContentType="application/vnd.openxmlformats-officedocument.presentationml.slideLayout+xml"/>
  <Override PartName="/ppt/notesslides/notesslide20.xml" ContentType="application/vnd.openxmlformats-officedocument.presentationml.notesSlide+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slidelayouts/slidelayout4.xml" ContentType="application/vnd.openxmlformats-officedocument.presentationml.slideLayout+xml"/>
  <Override PartName="/ppt/slides/slide19.xml" ContentType="application/vnd.openxmlformats-officedocument.presentationml.slide+xml"/>
  <Override PartName="/ppt/slidelayouts/slidelayout5.xml" ContentType="application/vnd.openxmlformats-officedocument.presentationml.slideLayout+xml"/>
  <Override PartName="/ppt/slides/slide18.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5" r:id="rId17"/>
    <p:sldId id="274" r:id="rId18"/>
    <p:sldId id="276" r:id="rId19"/>
    <p:sldId id="277" r:id="rId20"/>
    <p:sldId id="282" r:id="rId21"/>
    <p:sldId id="287" r:id="rId22"/>
    <p:sldId id="288" r:id="rId23"/>
    <p:sldId id="289" r:id="rId24"/>
    <p:sldId id="290" r:id="rId25"/>
    <p:sldId id="270" r:id="rId26"/>
    <p:sldId id="291" r:id="rId27"/>
    <p:sldId id="292" r:id="rId28"/>
    <p:sldId id="294" r:id="rId29"/>
    <p:sldId id="273" r:id="rId30"/>
  </p:sldIdLst>
  <p:sldSz cx="12192000" cy="6858000"/>
  <p:notesSz cx="12192000" cy="6858000"/>
  <p:defaultTextStyle/>
  <p:extLst>
    <p:ext uri="{EFAFB233-063F-42B5-8137-9DF3F51BA10A}">
      <p15:sldGuideLst xmlns:p15="http://schemas.microsoft.com/office/powerpoint/2012/main">
        <p15:guide id="0" orient="horz" pos="2880" userDrawn="1">
          <p15:clr>
            <a:srgbClr val="A4A3A4"/>
          </p15:clr>
        </p15:guide>
        <p15:guide id="1"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 Type="http://schemas.openxmlformats.org/officeDocument/2006/relationships/notesMaster" Target="notesMasters/notesMaster1.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 Type="http://schemas.openxmlformats.org/officeDocument/2006/relationships/slide" Target="slides/slide1.xml"/><Relationship Id="rId30" Type="http://schemas.openxmlformats.org/officeDocument/2006/relationships/slide" Target="slides/slide28.xml"/><Relationship Id="rId31" Type="http://schemas.openxmlformats.org/officeDocument/2006/relationships/tableStyles" Target="tableStyle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
            <a:endParaRPr lang="en-US"/>
          </a:p>
        </p:txBody>
      </p:sp>
      <p:sp>
        <p:nvSpPr>
          <p:cNvPr id="3" name="Date Placeholder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
            <a:r>
              <a:rPr lang="en-US" smtClean="0"/>
              <a:t>*</a:t>
            </a:r>
            <a:endParaRPr lang="en-US"/>
          </a:p>
        </p:txBody>
      </p:sp>
      <p:sp>
        <p:nvSpPr>
          <p:cNvPr id="4" name="Slide Image Placeholder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
            <a:endParaRPr lang="en-US"/>
          </a:p>
        </p:txBody>
      </p:sp>
      <p:sp>
        <p:nvSpPr>
          <p:cNvPr id="5" name="Notes Placeholder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
            <a:endParaRPr lang="en-US"/>
          </a:p>
        </p:txBody>
      </p:sp>
      <p:sp>
        <p:nvSpPr>
          <p:cNvPr id="7" name="Slide Number Placeholder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
            <a:r>
              <a:rPr lang="en-US" smtClean="0"/>
              <a:t>#</a:t>
            </a:r>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0700B2DA-BB5C-4638-81D0-FA1E952FC900}" type="slidenum">
              <a:rPr lang="en-US" smtClean="0"/>
              <a:t>‹#›</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7CBA4A34-B1CE-417B-B303-21C5C88082D2}" type="slidenum">
              <a:rPr lang="en-US" smtClean="0"/>
              <a:t>‹#›</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D67298EC-A75A-4F27-A4BA-31A9D6F26100}" type="slidenum">
              <a:rPr lang="en-US" smtClean="0"/>
              <a:t>‹#›</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3ACA639A-984F-4F8F-88C8-F7256FA3F9BE}" type="slidenum">
              <a:rPr lang="en-US" smtClean="0"/>
              <a:t>‹#›</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698574C9-36CD-4CBD-A40E-D273F3D99D26}" type="slidenum">
              <a:rPr lang="en-US" smtClean="0"/>
              <a:t>‹#›</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4E464D01-E548-430D-BCF8-5AFD2E1B9253}" type="slidenum">
              <a:rPr lang="en-US" smtClean="0"/>
              <a:t>‹#›</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337978FB-88FB-48BD-9A56-A80B7C8ED61A}" type="slidenum">
              <a:rPr lang="en-US" smtClean="0"/>
              <a:t>‹#›</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87C048C5-D862-48C0-9E17-855534F1795F}" type="slidenum">
              <a:rPr lang="en-US" smtClean="0"/>
              <a:t>‹#›</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A5F15584-7EBB-4AA2-AB70-CD23648B3724}" type="slidenum">
              <a:rPr lang="en-US" smtClean="0"/>
              <a:t>‹#›</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753C0E44-5140-423A-9879-0453B0776D2D}" type="slidenum">
              <a:rPr lang="en-US" smtClean="0"/>
              <a:t>‹#›</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45E3D5B9-A75E-48B3-AE31-3585708DF693}" type="slidenum">
              <a:rPr lang="en-US" smtClean="0"/>
              <a:t>‹#›</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4CC238E0-7C22-4FC4-875C-C0EAFB38B5A4}" type="slidenum">
              <a:rPr lang="en-US" smtClean="0"/>
              <a:t>‹#›</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9AA028E0-4447-4F17-98D6-9310326E53D2}" type="slidenum">
              <a:rPr lang="en-US" smtClean="0"/>
              <a:t>‹#›</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1BAB7793-FE7C-4BE6-AA76-6855C5B8666E}" type="slidenum">
              <a:rPr lang="en-US" smtClean="0"/>
              <a:t>‹#›</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11F422C9-46F8-4A76-8313-CF8F7D492CA8}" type="slidenum">
              <a:rPr lang="en-US" smtClean="0"/>
              <a:t>‹#›</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F8B1763B-E767-406C-A618-CE07AB63B29D}" type="slidenum">
              <a:rPr lang="en-US" smtClean="0"/>
              <a:t>‹#›</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34279BD-1DC9-4886-AB64-783A2EC3C1C8}" type="slidenum">
              <a:rPr lang="en-US" smtClean="0"/>
              <a:t>‹#›</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34279BD-1DC9-4886-AB64-783A2EC3C1C8}" type="slidenum">
              <a:rPr lang="en-US" smtClean="0"/>
              <a:t>‹#›</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34279BD-1DC9-4886-AB64-783A2EC3C1C8}" type="slidenum">
              <a:rPr lang="en-US" smtClean="0"/>
              <a:t>‹#›</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34279BD-1DC9-4886-AB64-783A2EC3C1C8}" type="slidenum">
              <a:rPr lang="en-US" smtClean="0"/>
              <a:t>‹#›</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34279BD-1DC9-4886-AB64-783A2EC3C1C8}" type="slidenum">
              <a:rPr lang="en-US" smtClean="0"/>
              <a:t>‹#›</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34279BD-1DC9-4886-AB64-783A2EC3C1C8}" type="slidenum">
              <a:rPr lang="en-US" smtClean="0"/>
              <a:t>‹#›</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34279BD-1DC9-4886-AB64-783A2EC3C1C8}" type="slidenum">
              <a:rPr lang="en-US" smtClean="0"/>
              <a:t>‹#›</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28680E92-92D9-4092-B07F-8ECA3243A3C2}" type="slidenum">
              <a:rPr lang="en-US" smtClean="0"/>
              <a:t>‹#›</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6C8F52E0-D523-408A-ADA3-F28F85B2308A}" type="slidenum">
              <a:rPr lang="en-US" smtClean="0"/>
              <a:t>‹#›</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6C8F52E0-D523-408A-ADA3-F28F85B2308A}" type="slidenum">
              <a:rPr lang="en-US" smtClean="0"/>
              <a:t>‹#›</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6C8F52E0-D523-408A-ADA3-F28F85B2308A}" type="slidenum">
              <a:rPr lang="en-US" smtClean="0"/>
              <a:t>‹#›</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5B58EC3E-8BB7-4A20-941D-D1931ED58D51}" type="slidenum">
              <a:rPr lang="en-US" smtClean="0"/>
              <a:t>‹#›</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16" name="bg object 16"/>
          <p:cNvSpPr/>
          <p:nvPr/>
        </p:nvSpPr>
        <p:spPr>
          <a:xfrm>
            <a:off x="0" y="4571999"/>
            <a:ext cx="12192000" cy="2286000"/>
          </a:xfrm>
          <a:custGeom>
            <a:avLst/>
            <a:rect l="l" t="t" r="r" b="b"/>
            <a:pathLst>
              <a:path w="12192000" h="2286000">
                <a:moveTo>
                  <a:pt x="12192000" y="0"/>
                </a:moveTo>
                <a:lnTo>
                  <a:pt x="0" y="0"/>
                </a:lnTo>
                <a:lnTo>
                  <a:pt x="0" y="2286000"/>
                </a:lnTo>
                <a:lnTo>
                  <a:pt x="12192000" y="2286000"/>
                </a:lnTo>
                <a:lnTo>
                  <a:pt x="12192000" y="0"/>
                </a:lnTo>
                <a:close/>
              </a:path>
            </a:pathLst>
          </a:custGeom>
          <a:solidFill>
            <a:srgbClr val="DAE4EE"/>
          </a:solidFill>
        </p:spPr>
        <p:txBody>
          <a:bodyPr wrap="square" lIns="0" tIns="0" rIns="0" bIns="0" rtlCol="0"/>
          <a:lstStyle/>
          <a:p/>
        </p:txBody>
      </p:sp>
      <p:sp>
        <p:nvSpPr>
          <p:cNvPr id="17" name="bg object 17"/>
          <p:cNvSpPr/>
          <p:nvPr/>
        </p:nvSpPr>
        <p:spPr>
          <a:xfrm>
            <a:off x="583691" y="4960620"/>
            <a:ext cx="1551940" cy="1550035"/>
          </a:xfrm>
          <a:custGeom>
            <a:avLst/>
            <a:rect l="l" t="t" r="r" b="b"/>
            <a:pathLst>
              <a:path w="1551939" h="1550034">
                <a:moveTo>
                  <a:pt x="775716" y="0"/>
                </a:moveTo>
                <a:lnTo>
                  <a:pt x="728460" y="1414"/>
                </a:lnTo>
                <a:lnTo>
                  <a:pt x="681954" y="5603"/>
                </a:lnTo>
                <a:lnTo>
                  <a:pt x="636278" y="12485"/>
                </a:lnTo>
                <a:lnTo>
                  <a:pt x="591513" y="21980"/>
                </a:lnTo>
                <a:lnTo>
                  <a:pt x="547740" y="34007"/>
                </a:lnTo>
                <a:lnTo>
                  <a:pt x="505041" y="48483"/>
                </a:lnTo>
                <a:lnTo>
                  <a:pt x="463496" y="65329"/>
                </a:lnTo>
                <a:lnTo>
                  <a:pt x="423187" y="84463"/>
                </a:lnTo>
                <a:lnTo>
                  <a:pt x="384194" y="105805"/>
                </a:lnTo>
                <a:lnTo>
                  <a:pt x="346600" y="129272"/>
                </a:lnTo>
                <a:lnTo>
                  <a:pt x="310484" y="154784"/>
                </a:lnTo>
                <a:lnTo>
                  <a:pt x="275929" y="182261"/>
                </a:lnTo>
                <a:lnTo>
                  <a:pt x="243015" y="211620"/>
                </a:lnTo>
                <a:lnTo>
                  <a:pt x="211824" y="242781"/>
                </a:lnTo>
                <a:lnTo>
                  <a:pt x="182436" y="275663"/>
                </a:lnTo>
                <a:lnTo>
                  <a:pt x="154933" y="310184"/>
                </a:lnTo>
                <a:lnTo>
                  <a:pt x="129396" y="346264"/>
                </a:lnTo>
                <a:lnTo>
                  <a:pt x="105906" y="383822"/>
                </a:lnTo>
                <a:lnTo>
                  <a:pt x="84544" y="422776"/>
                </a:lnTo>
                <a:lnTo>
                  <a:pt x="65392" y="463045"/>
                </a:lnTo>
                <a:lnTo>
                  <a:pt x="48530" y="504549"/>
                </a:lnTo>
                <a:lnTo>
                  <a:pt x="34039" y="547206"/>
                </a:lnTo>
                <a:lnTo>
                  <a:pt x="22001" y="590935"/>
                </a:lnTo>
                <a:lnTo>
                  <a:pt x="12497" y="635656"/>
                </a:lnTo>
                <a:lnTo>
                  <a:pt x="5608" y="681286"/>
                </a:lnTo>
                <a:lnTo>
                  <a:pt x="1415" y="727746"/>
                </a:lnTo>
                <a:lnTo>
                  <a:pt x="0" y="774953"/>
                </a:lnTo>
                <a:lnTo>
                  <a:pt x="1415" y="822161"/>
                </a:lnTo>
                <a:lnTo>
                  <a:pt x="5608" y="868621"/>
                </a:lnTo>
                <a:lnTo>
                  <a:pt x="12497" y="914251"/>
                </a:lnTo>
                <a:lnTo>
                  <a:pt x="22001" y="958972"/>
                </a:lnTo>
                <a:lnTo>
                  <a:pt x="34039" y="1002701"/>
                </a:lnTo>
                <a:lnTo>
                  <a:pt x="48530" y="1045358"/>
                </a:lnTo>
                <a:lnTo>
                  <a:pt x="65392" y="1086862"/>
                </a:lnTo>
                <a:lnTo>
                  <a:pt x="84544" y="1127131"/>
                </a:lnTo>
                <a:lnTo>
                  <a:pt x="105906" y="1166085"/>
                </a:lnTo>
                <a:lnTo>
                  <a:pt x="129396" y="1203643"/>
                </a:lnTo>
                <a:lnTo>
                  <a:pt x="154933" y="1239723"/>
                </a:lnTo>
                <a:lnTo>
                  <a:pt x="182436" y="1274244"/>
                </a:lnTo>
                <a:lnTo>
                  <a:pt x="211824" y="1307126"/>
                </a:lnTo>
                <a:lnTo>
                  <a:pt x="243015" y="1338287"/>
                </a:lnTo>
                <a:lnTo>
                  <a:pt x="275929" y="1367646"/>
                </a:lnTo>
                <a:lnTo>
                  <a:pt x="310484" y="1395123"/>
                </a:lnTo>
                <a:lnTo>
                  <a:pt x="346600" y="1420635"/>
                </a:lnTo>
                <a:lnTo>
                  <a:pt x="384194" y="1444102"/>
                </a:lnTo>
                <a:lnTo>
                  <a:pt x="423187" y="1465444"/>
                </a:lnTo>
                <a:lnTo>
                  <a:pt x="463496" y="1484578"/>
                </a:lnTo>
                <a:lnTo>
                  <a:pt x="505041" y="1501424"/>
                </a:lnTo>
                <a:lnTo>
                  <a:pt x="547740" y="1515900"/>
                </a:lnTo>
                <a:lnTo>
                  <a:pt x="591513" y="1527927"/>
                </a:lnTo>
                <a:lnTo>
                  <a:pt x="636278" y="1537422"/>
                </a:lnTo>
                <a:lnTo>
                  <a:pt x="681954" y="1544304"/>
                </a:lnTo>
                <a:lnTo>
                  <a:pt x="728460" y="1548493"/>
                </a:lnTo>
                <a:lnTo>
                  <a:pt x="775716" y="1549907"/>
                </a:lnTo>
                <a:lnTo>
                  <a:pt x="822965" y="1548493"/>
                </a:lnTo>
                <a:lnTo>
                  <a:pt x="869467" y="1544304"/>
                </a:lnTo>
                <a:lnTo>
                  <a:pt x="915140" y="1537422"/>
                </a:lnTo>
                <a:lnTo>
                  <a:pt x="959902" y="1527927"/>
                </a:lnTo>
                <a:lnTo>
                  <a:pt x="1003672" y="1515900"/>
                </a:lnTo>
                <a:lnTo>
                  <a:pt x="1046370" y="1501424"/>
                </a:lnTo>
                <a:lnTo>
                  <a:pt x="1087913" y="1484578"/>
                </a:lnTo>
                <a:lnTo>
                  <a:pt x="1128222" y="1465444"/>
                </a:lnTo>
                <a:lnTo>
                  <a:pt x="1167214" y="1444102"/>
                </a:lnTo>
                <a:lnTo>
                  <a:pt x="1204809" y="1420635"/>
                </a:lnTo>
                <a:lnTo>
                  <a:pt x="1240925" y="1395123"/>
                </a:lnTo>
                <a:lnTo>
                  <a:pt x="1275481" y="1367646"/>
                </a:lnTo>
                <a:lnTo>
                  <a:pt x="1308396" y="1338287"/>
                </a:lnTo>
                <a:lnTo>
                  <a:pt x="1339589" y="1307126"/>
                </a:lnTo>
                <a:lnTo>
                  <a:pt x="1368978" y="1274244"/>
                </a:lnTo>
                <a:lnTo>
                  <a:pt x="1396483" y="1239723"/>
                </a:lnTo>
                <a:lnTo>
                  <a:pt x="1422022" y="1203643"/>
                </a:lnTo>
                <a:lnTo>
                  <a:pt x="1445514" y="1166085"/>
                </a:lnTo>
                <a:lnTo>
                  <a:pt x="1466877" y="1127131"/>
                </a:lnTo>
                <a:lnTo>
                  <a:pt x="1486032" y="1086862"/>
                </a:lnTo>
                <a:lnTo>
                  <a:pt x="1502896" y="1045358"/>
                </a:lnTo>
                <a:lnTo>
                  <a:pt x="1517388" y="1002701"/>
                </a:lnTo>
                <a:lnTo>
                  <a:pt x="1529427" y="958972"/>
                </a:lnTo>
                <a:lnTo>
                  <a:pt x="1538932" y="914251"/>
                </a:lnTo>
                <a:lnTo>
                  <a:pt x="1545822" y="868621"/>
                </a:lnTo>
                <a:lnTo>
                  <a:pt x="1550016" y="822161"/>
                </a:lnTo>
                <a:lnTo>
                  <a:pt x="1551432" y="774953"/>
                </a:lnTo>
                <a:lnTo>
                  <a:pt x="1550016" y="727746"/>
                </a:lnTo>
                <a:lnTo>
                  <a:pt x="1545822" y="681286"/>
                </a:lnTo>
                <a:lnTo>
                  <a:pt x="1538932" y="635656"/>
                </a:lnTo>
                <a:lnTo>
                  <a:pt x="1529427" y="590935"/>
                </a:lnTo>
                <a:lnTo>
                  <a:pt x="1517388" y="547206"/>
                </a:lnTo>
                <a:lnTo>
                  <a:pt x="1502896" y="504549"/>
                </a:lnTo>
                <a:lnTo>
                  <a:pt x="1486032" y="463045"/>
                </a:lnTo>
                <a:lnTo>
                  <a:pt x="1466877" y="422776"/>
                </a:lnTo>
                <a:lnTo>
                  <a:pt x="1445514" y="383822"/>
                </a:lnTo>
                <a:lnTo>
                  <a:pt x="1422022" y="346264"/>
                </a:lnTo>
                <a:lnTo>
                  <a:pt x="1396483" y="310184"/>
                </a:lnTo>
                <a:lnTo>
                  <a:pt x="1368978" y="275663"/>
                </a:lnTo>
                <a:lnTo>
                  <a:pt x="1339589" y="242781"/>
                </a:lnTo>
                <a:lnTo>
                  <a:pt x="1308396" y="211620"/>
                </a:lnTo>
                <a:lnTo>
                  <a:pt x="1275481" y="182261"/>
                </a:lnTo>
                <a:lnTo>
                  <a:pt x="1240925" y="154784"/>
                </a:lnTo>
                <a:lnTo>
                  <a:pt x="1204809" y="129272"/>
                </a:lnTo>
                <a:lnTo>
                  <a:pt x="1167214" y="105805"/>
                </a:lnTo>
                <a:lnTo>
                  <a:pt x="1128222" y="84463"/>
                </a:lnTo>
                <a:lnTo>
                  <a:pt x="1087913" y="65329"/>
                </a:lnTo>
                <a:lnTo>
                  <a:pt x="1046370" y="48483"/>
                </a:lnTo>
                <a:lnTo>
                  <a:pt x="1003672" y="34007"/>
                </a:lnTo>
                <a:lnTo>
                  <a:pt x="959902" y="21980"/>
                </a:lnTo>
                <a:lnTo>
                  <a:pt x="915140" y="12485"/>
                </a:lnTo>
                <a:lnTo>
                  <a:pt x="869467" y="5603"/>
                </a:lnTo>
                <a:lnTo>
                  <a:pt x="822965" y="1414"/>
                </a:lnTo>
                <a:lnTo>
                  <a:pt x="775716" y="0"/>
                </a:lnTo>
                <a:close/>
              </a:path>
            </a:pathLst>
          </a:custGeom>
          <a:solidFill>
            <a:srgbClr val="44536A"/>
          </a:solidFill>
        </p:spPr>
        <p:txBody>
          <a:bodyPr wrap="square" lIns="0" tIns="0" rIns="0" bIns="0" rtlCol="0"/>
          <a:lstStyle/>
          <a:p/>
        </p:txBody>
      </p:sp>
      <p:sp>
        <p:nvSpPr>
          <p:cNvPr id="18" name="bg object 18"/>
          <p:cNvSpPr/>
          <p:nvPr/>
        </p:nvSpPr>
        <p:spPr>
          <a:xfrm>
            <a:off x="583691" y="4960620"/>
            <a:ext cx="1551940" cy="1550035"/>
          </a:xfrm>
          <a:custGeom>
            <a:avLst/>
            <a:rect l="l" t="t" r="r" b="b"/>
            <a:pathLst>
              <a:path w="1551939" h="1550034">
                <a:moveTo>
                  <a:pt x="0" y="774953"/>
                </a:moveTo>
                <a:lnTo>
                  <a:pt x="1415" y="727746"/>
                </a:lnTo>
                <a:lnTo>
                  <a:pt x="5608" y="681286"/>
                </a:lnTo>
                <a:lnTo>
                  <a:pt x="12497" y="635656"/>
                </a:lnTo>
                <a:lnTo>
                  <a:pt x="22001" y="590935"/>
                </a:lnTo>
                <a:lnTo>
                  <a:pt x="34039" y="547206"/>
                </a:lnTo>
                <a:lnTo>
                  <a:pt x="48530" y="504549"/>
                </a:lnTo>
                <a:lnTo>
                  <a:pt x="65392" y="463045"/>
                </a:lnTo>
                <a:lnTo>
                  <a:pt x="84544" y="422776"/>
                </a:lnTo>
                <a:lnTo>
                  <a:pt x="105906" y="383822"/>
                </a:lnTo>
                <a:lnTo>
                  <a:pt x="129396" y="346264"/>
                </a:lnTo>
                <a:lnTo>
                  <a:pt x="154933" y="310184"/>
                </a:lnTo>
                <a:lnTo>
                  <a:pt x="182436" y="275663"/>
                </a:lnTo>
                <a:lnTo>
                  <a:pt x="211824" y="242781"/>
                </a:lnTo>
                <a:lnTo>
                  <a:pt x="243015" y="211620"/>
                </a:lnTo>
                <a:lnTo>
                  <a:pt x="275929" y="182261"/>
                </a:lnTo>
                <a:lnTo>
                  <a:pt x="310484" y="154784"/>
                </a:lnTo>
                <a:lnTo>
                  <a:pt x="346600" y="129272"/>
                </a:lnTo>
                <a:lnTo>
                  <a:pt x="384194" y="105805"/>
                </a:lnTo>
                <a:lnTo>
                  <a:pt x="423187" y="84463"/>
                </a:lnTo>
                <a:lnTo>
                  <a:pt x="463496" y="65329"/>
                </a:lnTo>
                <a:lnTo>
                  <a:pt x="505041" y="48483"/>
                </a:lnTo>
                <a:lnTo>
                  <a:pt x="547740" y="34007"/>
                </a:lnTo>
                <a:lnTo>
                  <a:pt x="591513" y="21980"/>
                </a:lnTo>
                <a:lnTo>
                  <a:pt x="636278" y="12485"/>
                </a:lnTo>
                <a:lnTo>
                  <a:pt x="681954" y="5603"/>
                </a:lnTo>
                <a:lnTo>
                  <a:pt x="728460" y="1414"/>
                </a:lnTo>
                <a:lnTo>
                  <a:pt x="775716" y="0"/>
                </a:lnTo>
                <a:lnTo>
                  <a:pt x="822965" y="1414"/>
                </a:lnTo>
                <a:lnTo>
                  <a:pt x="869467" y="5603"/>
                </a:lnTo>
                <a:lnTo>
                  <a:pt x="915140" y="12485"/>
                </a:lnTo>
                <a:lnTo>
                  <a:pt x="959902" y="21980"/>
                </a:lnTo>
                <a:lnTo>
                  <a:pt x="1003672" y="34007"/>
                </a:lnTo>
                <a:lnTo>
                  <a:pt x="1046370" y="48483"/>
                </a:lnTo>
                <a:lnTo>
                  <a:pt x="1087913" y="65329"/>
                </a:lnTo>
                <a:lnTo>
                  <a:pt x="1128222" y="84463"/>
                </a:lnTo>
                <a:lnTo>
                  <a:pt x="1167214" y="105805"/>
                </a:lnTo>
                <a:lnTo>
                  <a:pt x="1204809" y="129272"/>
                </a:lnTo>
                <a:lnTo>
                  <a:pt x="1240925" y="154784"/>
                </a:lnTo>
                <a:lnTo>
                  <a:pt x="1275481" y="182261"/>
                </a:lnTo>
                <a:lnTo>
                  <a:pt x="1308396" y="211620"/>
                </a:lnTo>
                <a:lnTo>
                  <a:pt x="1339589" y="242781"/>
                </a:lnTo>
                <a:lnTo>
                  <a:pt x="1368978" y="275663"/>
                </a:lnTo>
                <a:lnTo>
                  <a:pt x="1396483" y="310184"/>
                </a:lnTo>
                <a:lnTo>
                  <a:pt x="1422022" y="346264"/>
                </a:lnTo>
                <a:lnTo>
                  <a:pt x="1445514" y="383822"/>
                </a:lnTo>
                <a:lnTo>
                  <a:pt x="1466877" y="422776"/>
                </a:lnTo>
                <a:lnTo>
                  <a:pt x="1486032" y="463045"/>
                </a:lnTo>
                <a:lnTo>
                  <a:pt x="1502896" y="504549"/>
                </a:lnTo>
                <a:lnTo>
                  <a:pt x="1517388" y="547206"/>
                </a:lnTo>
                <a:lnTo>
                  <a:pt x="1529427" y="590935"/>
                </a:lnTo>
                <a:lnTo>
                  <a:pt x="1538932" y="635656"/>
                </a:lnTo>
                <a:lnTo>
                  <a:pt x="1545822" y="681286"/>
                </a:lnTo>
                <a:lnTo>
                  <a:pt x="1550016" y="727746"/>
                </a:lnTo>
                <a:lnTo>
                  <a:pt x="1551432" y="774953"/>
                </a:lnTo>
                <a:lnTo>
                  <a:pt x="1550016" y="822161"/>
                </a:lnTo>
                <a:lnTo>
                  <a:pt x="1545822" y="868621"/>
                </a:lnTo>
                <a:lnTo>
                  <a:pt x="1538932" y="914251"/>
                </a:lnTo>
                <a:lnTo>
                  <a:pt x="1529427" y="958972"/>
                </a:lnTo>
                <a:lnTo>
                  <a:pt x="1517388" y="1002701"/>
                </a:lnTo>
                <a:lnTo>
                  <a:pt x="1502896" y="1045358"/>
                </a:lnTo>
                <a:lnTo>
                  <a:pt x="1486032" y="1086862"/>
                </a:lnTo>
                <a:lnTo>
                  <a:pt x="1466877" y="1127131"/>
                </a:lnTo>
                <a:lnTo>
                  <a:pt x="1445514" y="1166085"/>
                </a:lnTo>
                <a:lnTo>
                  <a:pt x="1422022" y="1203643"/>
                </a:lnTo>
                <a:lnTo>
                  <a:pt x="1396483" y="1239723"/>
                </a:lnTo>
                <a:lnTo>
                  <a:pt x="1368978" y="1274244"/>
                </a:lnTo>
                <a:lnTo>
                  <a:pt x="1339589" y="1307126"/>
                </a:lnTo>
                <a:lnTo>
                  <a:pt x="1308396" y="1338287"/>
                </a:lnTo>
                <a:lnTo>
                  <a:pt x="1275481" y="1367646"/>
                </a:lnTo>
                <a:lnTo>
                  <a:pt x="1240925" y="1395123"/>
                </a:lnTo>
                <a:lnTo>
                  <a:pt x="1204809" y="1420635"/>
                </a:lnTo>
                <a:lnTo>
                  <a:pt x="1167214" y="1444102"/>
                </a:lnTo>
                <a:lnTo>
                  <a:pt x="1128222" y="1465444"/>
                </a:lnTo>
                <a:lnTo>
                  <a:pt x="1087913" y="1484578"/>
                </a:lnTo>
                <a:lnTo>
                  <a:pt x="1046370" y="1501424"/>
                </a:lnTo>
                <a:lnTo>
                  <a:pt x="1003672" y="1515900"/>
                </a:lnTo>
                <a:lnTo>
                  <a:pt x="959902" y="1527927"/>
                </a:lnTo>
                <a:lnTo>
                  <a:pt x="915140" y="1537422"/>
                </a:lnTo>
                <a:lnTo>
                  <a:pt x="869467" y="1544304"/>
                </a:lnTo>
                <a:lnTo>
                  <a:pt x="822965" y="1548493"/>
                </a:lnTo>
                <a:lnTo>
                  <a:pt x="775716" y="1549907"/>
                </a:lnTo>
                <a:lnTo>
                  <a:pt x="728460" y="1548493"/>
                </a:lnTo>
                <a:lnTo>
                  <a:pt x="681954" y="1544304"/>
                </a:lnTo>
                <a:lnTo>
                  <a:pt x="636278" y="1537422"/>
                </a:lnTo>
                <a:lnTo>
                  <a:pt x="591513" y="1527927"/>
                </a:lnTo>
                <a:lnTo>
                  <a:pt x="547740" y="1515900"/>
                </a:lnTo>
                <a:lnTo>
                  <a:pt x="505041" y="1501424"/>
                </a:lnTo>
                <a:lnTo>
                  <a:pt x="463496" y="1484578"/>
                </a:lnTo>
                <a:lnTo>
                  <a:pt x="423187" y="1465444"/>
                </a:lnTo>
                <a:lnTo>
                  <a:pt x="384194" y="1444102"/>
                </a:lnTo>
                <a:lnTo>
                  <a:pt x="346600" y="1420635"/>
                </a:lnTo>
                <a:lnTo>
                  <a:pt x="310484" y="1395123"/>
                </a:lnTo>
                <a:lnTo>
                  <a:pt x="275929" y="1367646"/>
                </a:lnTo>
                <a:lnTo>
                  <a:pt x="243015" y="1338287"/>
                </a:lnTo>
                <a:lnTo>
                  <a:pt x="211824" y="1307126"/>
                </a:lnTo>
                <a:lnTo>
                  <a:pt x="182436" y="1274244"/>
                </a:lnTo>
                <a:lnTo>
                  <a:pt x="154933" y="1239723"/>
                </a:lnTo>
                <a:lnTo>
                  <a:pt x="129396" y="1203643"/>
                </a:lnTo>
                <a:lnTo>
                  <a:pt x="105906" y="1166085"/>
                </a:lnTo>
                <a:lnTo>
                  <a:pt x="84544" y="1127131"/>
                </a:lnTo>
                <a:lnTo>
                  <a:pt x="65392" y="1086862"/>
                </a:lnTo>
                <a:lnTo>
                  <a:pt x="48530" y="1045358"/>
                </a:lnTo>
                <a:lnTo>
                  <a:pt x="34039" y="1002701"/>
                </a:lnTo>
                <a:lnTo>
                  <a:pt x="22001" y="958972"/>
                </a:lnTo>
                <a:lnTo>
                  <a:pt x="12497" y="914251"/>
                </a:lnTo>
                <a:lnTo>
                  <a:pt x="5608" y="868621"/>
                </a:lnTo>
                <a:lnTo>
                  <a:pt x="1415" y="822161"/>
                </a:lnTo>
                <a:lnTo>
                  <a:pt x="0" y="774953"/>
                </a:lnTo>
                <a:close/>
              </a:path>
            </a:pathLst>
          </a:custGeom>
          <a:ln w="12700">
            <a:solidFill>
              <a:srgbClr val="004AB9"/>
            </a:solidFill>
          </a:ln>
        </p:spPr>
        <p:txBody>
          <a:bodyPr wrap="square" lIns="0" tIns="0" rIns="0" bIns="0" rtlCol="0"/>
          <a:lstStyle/>
          <a:p/>
        </p:txBody>
      </p:sp>
      <p:sp>
        <p:nvSpPr>
          <p:cNvPr id="19" name="bg object 19"/>
          <p:cNvSpPr/>
          <p:nvPr/>
        </p:nvSpPr>
        <p:spPr>
          <a:xfrm>
            <a:off x="0" y="4571999"/>
            <a:ext cx="1118870" cy="2286000"/>
          </a:xfrm>
          <a:custGeom>
            <a:avLst/>
            <a:rect l="l" t="t" r="r" b="b"/>
            <a:pathLst>
              <a:path w="1118870" h="2286000">
                <a:moveTo>
                  <a:pt x="1118616" y="2286000"/>
                </a:moveTo>
                <a:lnTo>
                  <a:pt x="1070089" y="2284971"/>
                </a:lnTo>
                <a:lnTo>
                  <a:pt x="1022096" y="2281898"/>
                </a:lnTo>
                <a:lnTo>
                  <a:pt x="974661" y="2276830"/>
                </a:lnTo>
                <a:lnTo>
                  <a:pt x="927849" y="2269807"/>
                </a:lnTo>
                <a:lnTo>
                  <a:pt x="881697" y="2260866"/>
                </a:lnTo>
                <a:lnTo>
                  <a:pt x="836231" y="2250059"/>
                </a:lnTo>
                <a:lnTo>
                  <a:pt x="791502" y="2237422"/>
                </a:lnTo>
                <a:lnTo>
                  <a:pt x="747560" y="2222995"/>
                </a:lnTo>
                <a:lnTo>
                  <a:pt x="704430" y="2206828"/>
                </a:lnTo>
                <a:lnTo>
                  <a:pt x="662178" y="2188946"/>
                </a:lnTo>
                <a:lnTo>
                  <a:pt x="620826" y="2169414"/>
                </a:lnTo>
                <a:lnTo>
                  <a:pt x="580415" y="2148268"/>
                </a:lnTo>
                <a:lnTo>
                  <a:pt x="540994" y="2125535"/>
                </a:lnTo>
                <a:lnTo>
                  <a:pt x="502615" y="2101265"/>
                </a:lnTo>
                <a:lnTo>
                  <a:pt x="465302" y="2075510"/>
                </a:lnTo>
                <a:lnTo>
                  <a:pt x="429107" y="2048294"/>
                </a:lnTo>
                <a:lnTo>
                  <a:pt x="394068" y="2019668"/>
                </a:lnTo>
                <a:lnTo>
                  <a:pt x="360222" y="1989683"/>
                </a:lnTo>
                <a:lnTo>
                  <a:pt x="327634" y="1958365"/>
                </a:lnTo>
                <a:lnTo>
                  <a:pt x="296316" y="1925777"/>
                </a:lnTo>
                <a:lnTo>
                  <a:pt x="266331" y="1891931"/>
                </a:lnTo>
                <a:lnTo>
                  <a:pt x="237705" y="1856892"/>
                </a:lnTo>
                <a:lnTo>
                  <a:pt x="210489" y="1820697"/>
                </a:lnTo>
                <a:lnTo>
                  <a:pt x="184734" y="1783384"/>
                </a:lnTo>
                <a:lnTo>
                  <a:pt x="160464" y="1745005"/>
                </a:lnTo>
                <a:lnTo>
                  <a:pt x="137731" y="1705584"/>
                </a:lnTo>
                <a:lnTo>
                  <a:pt x="116586" y="1665173"/>
                </a:lnTo>
                <a:lnTo>
                  <a:pt x="97053" y="1623822"/>
                </a:lnTo>
                <a:lnTo>
                  <a:pt x="79171" y="1581569"/>
                </a:lnTo>
                <a:lnTo>
                  <a:pt x="63004" y="1538439"/>
                </a:lnTo>
                <a:lnTo>
                  <a:pt x="48577" y="1494497"/>
                </a:lnTo>
                <a:lnTo>
                  <a:pt x="35941" y="1449768"/>
                </a:lnTo>
                <a:lnTo>
                  <a:pt x="25133" y="1404302"/>
                </a:lnTo>
                <a:lnTo>
                  <a:pt x="16192" y="1358150"/>
                </a:lnTo>
                <a:lnTo>
                  <a:pt x="9169" y="1311338"/>
                </a:lnTo>
                <a:lnTo>
                  <a:pt x="4102" y="1263904"/>
                </a:lnTo>
                <a:lnTo>
                  <a:pt x="1028" y="1215910"/>
                </a:lnTo>
                <a:lnTo>
                  <a:pt x="0" y="1167384"/>
                </a:lnTo>
                <a:lnTo>
                  <a:pt x="0" y="2286000"/>
                </a:lnTo>
                <a:lnTo>
                  <a:pt x="1118616" y="2286000"/>
                </a:lnTo>
                <a:close/>
              </a:path>
              <a:path w="1118870" h="2286000">
                <a:moveTo>
                  <a:pt x="1118616" y="0"/>
                </a:moveTo>
                <a:lnTo>
                  <a:pt x="0" y="0"/>
                </a:lnTo>
                <a:lnTo>
                  <a:pt x="0" y="1118616"/>
                </a:lnTo>
                <a:lnTo>
                  <a:pt x="1028" y="1070089"/>
                </a:lnTo>
                <a:lnTo>
                  <a:pt x="4102" y="1022096"/>
                </a:lnTo>
                <a:lnTo>
                  <a:pt x="9169" y="974661"/>
                </a:lnTo>
                <a:lnTo>
                  <a:pt x="16192" y="927849"/>
                </a:lnTo>
                <a:lnTo>
                  <a:pt x="25133" y="881684"/>
                </a:lnTo>
                <a:lnTo>
                  <a:pt x="35941" y="836218"/>
                </a:lnTo>
                <a:lnTo>
                  <a:pt x="48577" y="791489"/>
                </a:lnTo>
                <a:lnTo>
                  <a:pt x="63004" y="747547"/>
                </a:lnTo>
                <a:lnTo>
                  <a:pt x="79171" y="704418"/>
                </a:lnTo>
                <a:lnTo>
                  <a:pt x="97053" y="662165"/>
                </a:lnTo>
                <a:lnTo>
                  <a:pt x="116586" y="620801"/>
                </a:lnTo>
                <a:lnTo>
                  <a:pt x="137731" y="580402"/>
                </a:lnTo>
                <a:lnTo>
                  <a:pt x="160464" y="540981"/>
                </a:lnTo>
                <a:lnTo>
                  <a:pt x="184734" y="502602"/>
                </a:lnTo>
                <a:lnTo>
                  <a:pt x="210489" y="465289"/>
                </a:lnTo>
                <a:lnTo>
                  <a:pt x="237705" y="429094"/>
                </a:lnTo>
                <a:lnTo>
                  <a:pt x="266331" y="394055"/>
                </a:lnTo>
                <a:lnTo>
                  <a:pt x="296316" y="360210"/>
                </a:lnTo>
                <a:lnTo>
                  <a:pt x="327634" y="327621"/>
                </a:lnTo>
                <a:lnTo>
                  <a:pt x="360222" y="296303"/>
                </a:lnTo>
                <a:lnTo>
                  <a:pt x="394068" y="266319"/>
                </a:lnTo>
                <a:lnTo>
                  <a:pt x="429107" y="237705"/>
                </a:lnTo>
                <a:lnTo>
                  <a:pt x="465302" y="210489"/>
                </a:lnTo>
                <a:lnTo>
                  <a:pt x="502615" y="184734"/>
                </a:lnTo>
                <a:lnTo>
                  <a:pt x="540994" y="160464"/>
                </a:lnTo>
                <a:lnTo>
                  <a:pt x="580415" y="137731"/>
                </a:lnTo>
                <a:lnTo>
                  <a:pt x="620826" y="116586"/>
                </a:lnTo>
                <a:lnTo>
                  <a:pt x="662178" y="97053"/>
                </a:lnTo>
                <a:lnTo>
                  <a:pt x="704430" y="79184"/>
                </a:lnTo>
                <a:lnTo>
                  <a:pt x="747560" y="63004"/>
                </a:lnTo>
                <a:lnTo>
                  <a:pt x="791502" y="48590"/>
                </a:lnTo>
                <a:lnTo>
                  <a:pt x="836231" y="35953"/>
                </a:lnTo>
                <a:lnTo>
                  <a:pt x="881697" y="25146"/>
                </a:lnTo>
                <a:lnTo>
                  <a:pt x="927849" y="16205"/>
                </a:lnTo>
                <a:lnTo>
                  <a:pt x="974661" y="9182"/>
                </a:lnTo>
                <a:lnTo>
                  <a:pt x="1022096" y="4114"/>
                </a:lnTo>
                <a:lnTo>
                  <a:pt x="1070089" y="1041"/>
                </a:lnTo>
                <a:lnTo>
                  <a:pt x="1118616" y="0"/>
                </a:lnTo>
                <a:close/>
              </a:path>
            </a:pathLst>
          </a:custGeom>
          <a:solidFill>
            <a:srgbClr val="0068FF"/>
          </a:solidFill>
        </p:spPr>
        <p:txBody>
          <a:bodyPr wrap="square" lIns="0" tIns="0" rIns="0" bIns="0" rtlCol="0"/>
          <a:lstStyle/>
          <a:p/>
        </p:txBody>
      </p:sp>
      <p:sp>
        <p:nvSpPr>
          <p:cNvPr id="20" name="bg object 20"/>
          <p:cNvSpPr/>
          <p:nvPr/>
        </p:nvSpPr>
        <p:spPr>
          <a:xfrm>
            <a:off x="10227564" y="0"/>
            <a:ext cx="1964689" cy="3162300"/>
          </a:xfrm>
          <a:custGeom>
            <a:avLst/>
            <a:rect l="l" t="t" r="r" b="b"/>
            <a:pathLst>
              <a:path w="1964690" h="3162300">
                <a:moveTo>
                  <a:pt x="1964435" y="0"/>
                </a:moveTo>
                <a:lnTo>
                  <a:pt x="1904161" y="0"/>
                </a:lnTo>
                <a:lnTo>
                  <a:pt x="1763521" y="7111"/>
                </a:lnTo>
                <a:lnTo>
                  <a:pt x="1715767" y="12550"/>
                </a:lnTo>
                <a:lnTo>
                  <a:pt x="1668367" y="19124"/>
                </a:lnTo>
                <a:lnTo>
                  <a:pt x="1621333" y="26817"/>
                </a:lnTo>
                <a:lnTo>
                  <a:pt x="1574681" y="35617"/>
                </a:lnTo>
                <a:lnTo>
                  <a:pt x="1528424" y="45510"/>
                </a:lnTo>
                <a:lnTo>
                  <a:pt x="1482577" y="56481"/>
                </a:lnTo>
                <a:lnTo>
                  <a:pt x="1437153" y="68516"/>
                </a:lnTo>
                <a:lnTo>
                  <a:pt x="1392166" y="81602"/>
                </a:lnTo>
                <a:lnTo>
                  <a:pt x="1347631" y="95724"/>
                </a:lnTo>
                <a:lnTo>
                  <a:pt x="1303560" y="110870"/>
                </a:lnTo>
                <a:lnTo>
                  <a:pt x="1259969" y="127023"/>
                </a:lnTo>
                <a:lnTo>
                  <a:pt x="1216871" y="144172"/>
                </a:lnTo>
                <a:lnTo>
                  <a:pt x="1174281" y="162301"/>
                </a:lnTo>
                <a:lnTo>
                  <a:pt x="1132212" y="181396"/>
                </a:lnTo>
                <a:lnTo>
                  <a:pt x="1090677" y="201445"/>
                </a:lnTo>
                <a:lnTo>
                  <a:pt x="1049692" y="222432"/>
                </a:lnTo>
                <a:lnTo>
                  <a:pt x="1009271" y="244343"/>
                </a:lnTo>
                <a:lnTo>
                  <a:pt x="969426" y="267166"/>
                </a:lnTo>
                <a:lnTo>
                  <a:pt x="930173" y="290885"/>
                </a:lnTo>
                <a:lnTo>
                  <a:pt x="891524" y="315488"/>
                </a:lnTo>
                <a:lnTo>
                  <a:pt x="853495" y="340959"/>
                </a:lnTo>
                <a:lnTo>
                  <a:pt x="816099" y="367285"/>
                </a:lnTo>
                <a:lnTo>
                  <a:pt x="779350" y="394451"/>
                </a:lnTo>
                <a:lnTo>
                  <a:pt x="743262" y="422445"/>
                </a:lnTo>
                <a:lnTo>
                  <a:pt x="707850" y="451252"/>
                </a:lnTo>
                <a:lnTo>
                  <a:pt x="673126" y="480857"/>
                </a:lnTo>
                <a:lnTo>
                  <a:pt x="639105" y="511248"/>
                </a:lnTo>
                <a:lnTo>
                  <a:pt x="605802" y="542410"/>
                </a:lnTo>
                <a:lnTo>
                  <a:pt x="573229" y="574328"/>
                </a:lnTo>
                <a:lnTo>
                  <a:pt x="541402" y="606990"/>
                </a:lnTo>
                <a:lnTo>
                  <a:pt x="510333" y="640381"/>
                </a:lnTo>
                <a:lnTo>
                  <a:pt x="480038" y="674487"/>
                </a:lnTo>
                <a:lnTo>
                  <a:pt x="450529" y="709294"/>
                </a:lnTo>
                <a:lnTo>
                  <a:pt x="421822" y="744789"/>
                </a:lnTo>
                <a:lnTo>
                  <a:pt x="393929" y="780956"/>
                </a:lnTo>
                <a:lnTo>
                  <a:pt x="366865" y="817783"/>
                </a:lnTo>
                <a:lnTo>
                  <a:pt x="340645" y="855255"/>
                </a:lnTo>
                <a:lnTo>
                  <a:pt x="315281" y="893358"/>
                </a:lnTo>
                <a:lnTo>
                  <a:pt x="290788" y="932078"/>
                </a:lnTo>
                <a:lnTo>
                  <a:pt x="267180" y="971402"/>
                </a:lnTo>
                <a:lnTo>
                  <a:pt x="244471" y="1011315"/>
                </a:lnTo>
                <a:lnTo>
                  <a:pt x="222675" y="1051804"/>
                </a:lnTo>
                <a:lnTo>
                  <a:pt x="201806" y="1092854"/>
                </a:lnTo>
                <a:lnTo>
                  <a:pt x="181877" y="1134451"/>
                </a:lnTo>
                <a:lnTo>
                  <a:pt x="162904" y="1176582"/>
                </a:lnTo>
                <a:lnTo>
                  <a:pt x="144899" y="1219232"/>
                </a:lnTo>
                <a:lnTo>
                  <a:pt x="127877" y="1262388"/>
                </a:lnTo>
                <a:lnTo>
                  <a:pt x="111852" y="1306035"/>
                </a:lnTo>
                <a:lnTo>
                  <a:pt x="96838" y="1350160"/>
                </a:lnTo>
                <a:lnTo>
                  <a:pt x="82848" y="1394748"/>
                </a:lnTo>
                <a:lnTo>
                  <a:pt x="69898" y="1439786"/>
                </a:lnTo>
                <a:lnTo>
                  <a:pt x="58000" y="1485260"/>
                </a:lnTo>
                <a:lnTo>
                  <a:pt x="47169" y="1531155"/>
                </a:lnTo>
                <a:lnTo>
                  <a:pt x="37418" y="1577458"/>
                </a:lnTo>
                <a:lnTo>
                  <a:pt x="28762" y="1624154"/>
                </a:lnTo>
                <a:lnTo>
                  <a:pt x="21215" y="1671231"/>
                </a:lnTo>
                <a:lnTo>
                  <a:pt x="14791" y="1718673"/>
                </a:lnTo>
                <a:lnTo>
                  <a:pt x="9503" y="1766466"/>
                </a:lnTo>
                <a:lnTo>
                  <a:pt x="5366" y="1814598"/>
                </a:lnTo>
                <a:lnTo>
                  <a:pt x="2394" y="1863053"/>
                </a:lnTo>
                <a:lnTo>
                  <a:pt x="600" y="1911818"/>
                </a:lnTo>
                <a:lnTo>
                  <a:pt x="0" y="1960879"/>
                </a:lnTo>
                <a:lnTo>
                  <a:pt x="0" y="3162300"/>
                </a:lnTo>
                <a:lnTo>
                  <a:pt x="48440" y="3161714"/>
                </a:lnTo>
                <a:lnTo>
                  <a:pt x="96593" y="3159967"/>
                </a:lnTo>
                <a:lnTo>
                  <a:pt x="144444" y="3157071"/>
                </a:lnTo>
                <a:lnTo>
                  <a:pt x="191980" y="3153040"/>
                </a:lnTo>
                <a:lnTo>
                  <a:pt x="239188" y="3147888"/>
                </a:lnTo>
                <a:lnTo>
                  <a:pt x="286054" y="3141628"/>
                </a:lnTo>
                <a:lnTo>
                  <a:pt x="332564" y="3134273"/>
                </a:lnTo>
                <a:lnTo>
                  <a:pt x="378706" y="3125836"/>
                </a:lnTo>
                <a:lnTo>
                  <a:pt x="424466" y="3116332"/>
                </a:lnTo>
                <a:lnTo>
                  <a:pt x="469829" y="3105774"/>
                </a:lnTo>
                <a:lnTo>
                  <a:pt x="514784" y="3094175"/>
                </a:lnTo>
                <a:lnTo>
                  <a:pt x="559316" y="3081548"/>
                </a:lnTo>
                <a:lnTo>
                  <a:pt x="603412" y="3067908"/>
                </a:lnTo>
                <a:lnTo>
                  <a:pt x="647059" y="3053267"/>
                </a:lnTo>
                <a:lnTo>
                  <a:pt x="690243" y="3037639"/>
                </a:lnTo>
                <a:lnTo>
                  <a:pt x="732951" y="3021037"/>
                </a:lnTo>
                <a:lnTo>
                  <a:pt x="775168" y="3003475"/>
                </a:lnTo>
                <a:lnTo>
                  <a:pt x="816883" y="2984966"/>
                </a:lnTo>
                <a:lnTo>
                  <a:pt x="858081" y="2965525"/>
                </a:lnTo>
                <a:lnTo>
                  <a:pt x="898748" y="2945163"/>
                </a:lnTo>
                <a:lnTo>
                  <a:pt x="938873" y="2923895"/>
                </a:lnTo>
                <a:lnTo>
                  <a:pt x="978440" y="2901734"/>
                </a:lnTo>
                <a:lnTo>
                  <a:pt x="1017436" y="2878693"/>
                </a:lnTo>
                <a:lnTo>
                  <a:pt x="1055849" y="2854787"/>
                </a:lnTo>
                <a:lnTo>
                  <a:pt x="1093665" y="2830028"/>
                </a:lnTo>
                <a:lnTo>
                  <a:pt x="1130869" y="2804430"/>
                </a:lnTo>
                <a:lnTo>
                  <a:pt x="1167450" y="2778006"/>
                </a:lnTo>
                <a:lnTo>
                  <a:pt x="1203392" y="2750770"/>
                </a:lnTo>
                <a:lnTo>
                  <a:pt x="1238684" y="2722735"/>
                </a:lnTo>
                <a:lnTo>
                  <a:pt x="1273311" y="2693914"/>
                </a:lnTo>
                <a:lnTo>
                  <a:pt x="1307260" y="2664322"/>
                </a:lnTo>
                <a:lnTo>
                  <a:pt x="1340517" y="2633972"/>
                </a:lnTo>
                <a:lnTo>
                  <a:pt x="1373070" y="2602876"/>
                </a:lnTo>
                <a:lnTo>
                  <a:pt x="1404904" y="2571049"/>
                </a:lnTo>
                <a:lnTo>
                  <a:pt x="1436007" y="2538504"/>
                </a:lnTo>
                <a:lnTo>
                  <a:pt x="1466364" y="2505254"/>
                </a:lnTo>
                <a:lnTo>
                  <a:pt x="1495963" y="2471313"/>
                </a:lnTo>
                <a:lnTo>
                  <a:pt x="1524789" y="2436694"/>
                </a:lnTo>
                <a:lnTo>
                  <a:pt x="1552830" y="2401410"/>
                </a:lnTo>
                <a:lnTo>
                  <a:pt x="1580072" y="2365476"/>
                </a:lnTo>
                <a:lnTo>
                  <a:pt x="1606501" y="2328905"/>
                </a:lnTo>
                <a:lnTo>
                  <a:pt x="1632104" y="2291710"/>
                </a:lnTo>
                <a:lnTo>
                  <a:pt x="1656868" y="2253904"/>
                </a:lnTo>
                <a:lnTo>
                  <a:pt x="1680779" y="2215501"/>
                </a:lnTo>
                <a:lnTo>
                  <a:pt x="1703824" y="2176514"/>
                </a:lnTo>
                <a:lnTo>
                  <a:pt x="1725990" y="2136957"/>
                </a:lnTo>
                <a:lnTo>
                  <a:pt x="1747262" y="2096844"/>
                </a:lnTo>
                <a:lnTo>
                  <a:pt x="1767627" y="2056187"/>
                </a:lnTo>
                <a:lnTo>
                  <a:pt x="1787073" y="2015000"/>
                </a:lnTo>
                <a:lnTo>
                  <a:pt x="1805584" y="1973297"/>
                </a:lnTo>
                <a:lnTo>
                  <a:pt x="1823149" y="1931091"/>
                </a:lnTo>
                <a:lnTo>
                  <a:pt x="1839754" y="1888396"/>
                </a:lnTo>
                <a:lnTo>
                  <a:pt x="1855385" y="1845225"/>
                </a:lnTo>
                <a:lnTo>
                  <a:pt x="1870029" y="1801590"/>
                </a:lnTo>
                <a:lnTo>
                  <a:pt x="1883671" y="1757507"/>
                </a:lnTo>
                <a:lnTo>
                  <a:pt x="1896300" y="1712988"/>
                </a:lnTo>
                <a:lnTo>
                  <a:pt x="1907901" y="1668047"/>
                </a:lnTo>
                <a:lnTo>
                  <a:pt x="1918461" y="1622697"/>
                </a:lnTo>
                <a:lnTo>
                  <a:pt x="1927967" y="1576952"/>
                </a:lnTo>
                <a:lnTo>
                  <a:pt x="1936404" y="1530825"/>
                </a:lnTo>
                <a:lnTo>
                  <a:pt x="1943760" y="1484329"/>
                </a:lnTo>
                <a:lnTo>
                  <a:pt x="1950022" y="1437479"/>
                </a:lnTo>
                <a:lnTo>
                  <a:pt x="1955175" y="1390287"/>
                </a:lnTo>
                <a:lnTo>
                  <a:pt x="1959206" y="1342766"/>
                </a:lnTo>
                <a:lnTo>
                  <a:pt x="1962102" y="1294932"/>
                </a:lnTo>
                <a:lnTo>
                  <a:pt x="1963850" y="1246795"/>
                </a:lnTo>
                <a:lnTo>
                  <a:pt x="1964435" y="1198372"/>
                </a:lnTo>
                <a:lnTo>
                  <a:pt x="1964435" y="0"/>
                </a:lnTo>
                <a:close/>
              </a:path>
            </a:pathLst>
          </a:custGeom>
          <a:solidFill>
            <a:srgbClr val="0068FF"/>
          </a:solidFill>
        </p:spPr>
        <p:txBody>
          <a:bodyPr wrap="square" lIns="0" tIns="0" rIns="0" bIns="0" rtlCol="0"/>
          <a:lstStyle/>
          <a:p/>
        </p:txBody>
      </p:sp>
      <p:sp>
        <p:nvSpPr>
          <p:cNvPr id="21" name="bg object 21"/>
          <p:cNvSpPr/>
          <p:nvPr/>
        </p:nvSpPr>
        <p:spPr>
          <a:xfrm>
            <a:off x="8264652" y="0"/>
            <a:ext cx="1963420" cy="3162300"/>
          </a:xfrm>
          <a:custGeom>
            <a:avLst/>
            <a:rect l="l" t="t" r="r" b="b"/>
            <a:pathLst>
              <a:path w="1963420" h="3162300">
                <a:moveTo>
                  <a:pt x="60198" y="0"/>
                </a:moveTo>
                <a:lnTo>
                  <a:pt x="0" y="0"/>
                </a:lnTo>
                <a:lnTo>
                  <a:pt x="0" y="1198372"/>
                </a:lnTo>
                <a:lnTo>
                  <a:pt x="585" y="1246795"/>
                </a:lnTo>
                <a:lnTo>
                  <a:pt x="2331" y="1294932"/>
                </a:lnTo>
                <a:lnTo>
                  <a:pt x="5225" y="1342766"/>
                </a:lnTo>
                <a:lnTo>
                  <a:pt x="9253" y="1390287"/>
                </a:lnTo>
                <a:lnTo>
                  <a:pt x="14403" y="1437479"/>
                </a:lnTo>
                <a:lnTo>
                  <a:pt x="20660" y="1484329"/>
                </a:lnTo>
                <a:lnTo>
                  <a:pt x="28010" y="1530825"/>
                </a:lnTo>
                <a:lnTo>
                  <a:pt x="36442" y="1576952"/>
                </a:lnTo>
                <a:lnTo>
                  <a:pt x="45940" y="1622697"/>
                </a:lnTo>
                <a:lnTo>
                  <a:pt x="56493" y="1668047"/>
                </a:lnTo>
                <a:lnTo>
                  <a:pt x="68085" y="1712988"/>
                </a:lnTo>
                <a:lnTo>
                  <a:pt x="80705" y="1757507"/>
                </a:lnTo>
                <a:lnTo>
                  <a:pt x="94338" y="1801590"/>
                </a:lnTo>
                <a:lnTo>
                  <a:pt x="108970" y="1845225"/>
                </a:lnTo>
                <a:lnTo>
                  <a:pt x="124590" y="1888396"/>
                </a:lnTo>
                <a:lnTo>
                  <a:pt x="141182" y="1931091"/>
                </a:lnTo>
                <a:lnTo>
                  <a:pt x="158734" y="1973297"/>
                </a:lnTo>
                <a:lnTo>
                  <a:pt x="177232" y="2015000"/>
                </a:lnTo>
                <a:lnTo>
                  <a:pt x="196663" y="2056187"/>
                </a:lnTo>
                <a:lnTo>
                  <a:pt x="217014" y="2096844"/>
                </a:lnTo>
                <a:lnTo>
                  <a:pt x="238270" y="2136957"/>
                </a:lnTo>
                <a:lnTo>
                  <a:pt x="260419" y="2176514"/>
                </a:lnTo>
                <a:lnTo>
                  <a:pt x="283447" y="2215501"/>
                </a:lnTo>
                <a:lnTo>
                  <a:pt x="307340" y="2253904"/>
                </a:lnTo>
                <a:lnTo>
                  <a:pt x="332085" y="2291710"/>
                </a:lnTo>
                <a:lnTo>
                  <a:pt x="357670" y="2328905"/>
                </a:lnTo>
                <a:lnTo>
                  <a:pt x="384079" y="2365476"/>
                </a:lnTo>
                <a:lnTo>
                  <a:pt x="411300" y="2401410"/>
                </a:lnTo>
                <a:lnTo>
                  <a:pt x="439320" y="2436694"/>
                </a:lnTo>
                <a:lnTo>
                  <a:pt x="468125" y="2471313"/>
                </a:lnTo>
                <a:lnTo>
                  <a:pt x="497701" y="2505254"/>
                </a:lnTo>
                <a:lnTo>
                  <a:pt x="528035" y="2538504"/>
                </a:lnTo>
                <a:lnTo>
                  <a:pt x="559114" y="2571049"/>
                </a:lnTo>
                <a:lnTo>
                  <a:pt x="590924" y="2602876"/>
                </a:lnTo>
                <a:lnTo>
                  <a:pt x="623452" y="2633972"/>
                </a:lnTo>
                <a:lnTo>
                  <a:pt x="656684" y="2664322"/>
                </a:lnTo>
                <a:lnTo>
                  <a:pt x="690607" y="2693914"/>
                </a:lnTo>
                <a:lnTo>
                  <a:pt x="725208" y="2722735"/>
                </a:lnTo>
                <a:lnTo>
                  <a:pt x="760472" y="2750770"/>
                </a:lnTo>
                <a:lnTo>
                  <a:pt x="796387" y="2778006"/>
                </a:lnTo>
                <a:lnTo>
                  <a:pt x="832940" y="2804430"/>
                </a:lnTo>
                <a:lnTo>
                  <a:pt x="870116" y="2830028"/>
                </a:lnTo>
                <a:lnTo>
                  <a:pt x="907902" y="2854787"/>
                </a:lnTo>
                <a:lnTo>
                  <a:pt x="946285" y="2878693"/>
                </a:lnTo>
                <a:lnTo>
                  <a:pt x="985251" y="2901734"/>
                </a:lnTo>
                <a:lnTo>
                  <a:pt x="1024788" y="2923895"/>
                </a:lnTo>
                <a:lnTo>
                  <a:pt x="1064881" y="2945163"/>
                </a:lnTo>
                <a:lnTo>
                  <a:pt x="1105517" y="2965525"/>
                </a:lnTo>
                <a:lnTo>
                  <a:pt x="1146682" y="2984966"/>
                </a:lnTo>
                <a:lnTo>
                  <a:pt x="1188364" y="3003475"/>
                </a:lnTo>
                <a:lnTo>
                  <a:pt x="1230549" y="3021037"/>
                </a:lnTo>
                <a:lnTo>
                  <a:pt x="1273223" y="3037639"/>
                </a:lnTo>
                <a:lnTo>
                  <a:pt x="1316372" y="3053267"/>
                </a:lnTo>
                <a:lnTo>
                  <a:pt x="1359985" y="3067908"/>
                </a:lnTo>
                <a:lnTo>
                  <a:pt x="1404046" y="3081548"/>
                </a:lnTo>
                <a:lnTo>
                  <a:pt x="1448543" y="3094175"/>
                </a:lnTo>
                <a:lnTo>
                  <a:pt x="1493461" y="3105774"/>
                </a:lnTo>
                <a:lnTo>
                  <a:pt x="1538789" y="3116332"/>
                </a:lnTo>
                <a:lnTo>
                  <a:pt x="1584512" y="3125836"/>
                </a:lnTo>
                <a:lnTo>
                  <a:pt x="1630617" y="3134273"/>
                </a:lnTo>
                <a:lnTo>
                  <a:pt x="1677090" y="3141628"/>
                </a:lnTo>
                <a:lnTo>
                  <a:pt x="1723918" y="3147888"/>
                </a:lnTo>
                <a:lnTo>
                  <a:pt x="1771087" y="3153040"/>
                </a:lnTo>
                <a:lnTo>
                  <a:pt x="1818585" y="3157071"/>
                </a:lnTo>
                <a:lnTo>
                  <a:pt x="1866397" y="3159967"/>
                </a:lnTo>
                <a:lnTo>
                  <a:pt x="1914510" y="3161714"/>
                </a:lnTo>
                <a:lnTo>
                  <a:pt x="1962912" y="3162300"/>
                </a:lnTo>
                <a:lnTo>
                  <a:pt x="1962912" y="1960879"/>
                </a:lnTo>
                <a:lnTo>
                  <a:pt x="1962311" y="1911818"/>
                </a:lnTo>
                <a:lnTo>
                  <a:pt x="1960519" y="1863053"/>
                </a:lnTo>
                <a:lnTo>
                  <a:pt x="1957549" y="1814598"/>
                </a:lnTo>
                <a:lnTo>
                  <a:pt x="1953415" y="1766466"/>
                </a:lnTo>
                <a:lnTo>
                  <a:pt x="1948132" y="1718673"/>
                </a:lnTo>
                <a:lnTo>
                  <a:pt x="1941713" y="1671231"/>
                </a:lnTo>
                <a:lnTo>
                  <a:pt x="1934172" y="1624154"/>
                </a:lnTo>
                <a:lnTo>
                  <a:pt x="1925523" y="1577458"/>
                </a:lnTo>
                <a:lnTo>
                  <a:pt x="1915781" y="1531155"/>
                </a:lnTo>
                <a:lnTo>
                  <a:pt x="1904958" y="1485260"/>
                </a:lnTo>
                <a:lnTo>
                  <a:pt x="1893070" y="1439786"/>
                </a:lnTo>
                <a:lnTo>
                  <a:pt x="1880129" y="1394748"/>
                </a:lnTo>
                <a:lnTo>
                  <a:pt x="1866151" y="1350160"/>
                </a:lnTo>
                <a:lnTo>
                  <a:pt x="1851149" y="1306035"/>
                </a:lnTo>
                <a:lnTo>
                  <a:pt x="1835136" y="1262388"/>
                </a:lnTo>
                <a:lnTo>
                  <a:pt x="1818128" y="1219232"/>
                </a:lnTo>
                <a:lnTo>
                  <a:pt x="1800137" y="1176582"/>
                </a:lnTo>
                <a:lnTo>
                  <a:pt x="1781179" y="1134451"/>
                </a:lnTo>
                <a:lnTo>
                  <a:pt x="1761266" y="1092854"/>
                </a:lnTo>
                <a:lnTo>
                  <a:pt x="1740413" y="1051804"/>
                </a:lnTo>
                <a:lnTo>
                  <a:pt x="1718634" y="1011315"/>
                </a:lnTo>
                <a:lnTo>
                  <a:pt x="1695942" y="971402"/>
                </a:lnTo>
                <a:lnTo>
                  <a:pt x="1672353" y="932078"/>
                </a:lnTo>
                <a:lnTo>
                  <a:pt x="1647879" y="893358"/>
                </a:lnTo>
                <a:lnTo>
                  <a:pt x="1622534" y="855255"/>
                </a:lnTo>
                <a:lnTo>
                  <a:pt x="1596334" y="817783"/>
                </a:lnTo>
                <a:lnTo>
                  <a:pt x="1569291" y="780956"/>
                </a:lnTo>
                <a:lnTo>
                  <a:pt x="1541419" y="744789"/>
                </a:lnTo>
                <a:lnTo>
                  <a:pt x="1512734" y="709294"/>
                </a:lnTo>
                <a:lnTo>
                  <a:pt x="1483247" y="674487"/>
                </a:lnTo>
                <a:lnTo>
                  <a:pt x="1452975" y="640381"/>
                </a:lnTo>
                <a:lnTo>
                  <a:pt x="1421930" y="606990"/>
                </a:lnTo>
                <a:lnTo>
                  <a:pt x="1390126" y="574328"/>
                </a:lnTo>
                <a:lnTo>
                  <a:pt x="1357577" y="542410"/>
                </a:lnTo>
                <a:lnTo>
                  <a:pt x="1324299" y="511248"/>
                </a:lnTo>
                <a:lnTo>
                  <a:pt x="1290303" y="480857"/>
                </a:lnTo>
                <a:lnTo>
                  <a:pt x="1255605" y="451252"/>
                </a:lnTo>
                <a:lnTo>
                  <a:pt x="1220218" y="422445"/>
                </a:lnTo>
                <a:lnTo>
                  <a:pt x="1184157" y="394451"/>
                </a:lnTo>
                <a:lnTo>
                  <a:pt x="1147434" y="367285"/>
                </a:lnTo>
                <a:lnTo>
                  <a:pt x="1110065" y="340959"/>
                </a:lnTo>
                <a:lnTo>
                  <a:pt x="1072063" y="315488"/>
                </a:lnTo>
                <a:lnTo>
                  <a:pt x="1033443" y="290885"/>
                </a:lnTo>
                <a:lnTo>
                  <a:pt x="994217" y="267166"/>
                </a:lnTo>
                <a:lnTo>
                  <a:pt x="954401" y="244343"/>
                </a:lnTo>
                <a:lnTo>
                  <a:pt x="914008" y="222432"/>
                </a:lnTo>
                <a:lnTo>
                  <a:pt x="873052" y="201445"/>
                </a:lnTo>
                <a:lnTo>
                  <a:pt x="831547" y="181396"/>
                </a:lnTo>
                <a:lnTo>
                  <a:pt x="789507" y="162301"/>
                </a:lnTo>
                <a:lnTo>
                  <a:pt x="746945" y="144172"/>
                </a:lnTo>
                <a:lnTo>
                  <a:pt x="703877" y="127023"/>
                </a:lnTo>
                <a:lnTo>
                  <a:pt x="660316" y="110870"/>
                </a:lnTo>
                <a:lnTo>
                  <a:pt x="616276" y="95724"/>
                </a:lnTo>
                <a:lnTo>
                  <a:pt x="571770" y="81602"/>
                </a:lnTo>
                <a:lnTo>
                  <a:pt x="526814" y="68516"/>
                </a:lnTo>
                <a:lnTo>
                  <a:pt x="481420" y="56481"/>
                </a:lnTo>
                <a:lnTo>
                  <a:pt x="435603" y="45510"/>
                </a:lnTo>
                <a:lnTo>
                  <a:pt x="389377" y="35617"/>
                </a:lnTo>
                <a:lnTo>
                  <a:pt x="342756" y="26817"/>
                </a:lnTo>
                <a:lnTo>
                  <a:pt x="295753" y="19124"/>
                </a:lnTo>
                <a:lnTo>
                  <a:pt x="248383" y="12550"/>
                </a:lnTo>
                <a:lnTo>
                  <a:pt x="200659" y="7111"/>
                </a:lnTo>
                <a:lnTo>
                  <a:pt x="60198" y="0"/>
                </a:lnTo>
                <a:close/>
              </a:path>
            </a:pathLst>
          </a:custGeom>
          <a:solidFill>
            <a:srgbClr val="44536A"/>
          </a:solidFill>
        </p:spPr>
        <p:txBody>
          <a:bodyPr wrap="square" lIns="0" tIns="0" rIns="0" bIns="0" rtlCol="0"/>
          <a:lstStyle/>
          <a:p/>
        </p:txBody>
      </p:sp>
      <p:sp>
        <p:nvSpPr>
          <p:cNvPr id="22" name="bg object 22"/>
          <p:cNvSpPr/>
          <p:nvPr/>
        </p:nvSpPr>
        <p:spPr>
          <a:xfrm>
            <a:off x="0" y="0"/>
            <a:ext cx="1167765" cy="1167765"/>
          </a:xfrm>
          <a:custGeom>
            <a:avLst/>
            <a:rect l="l" t="t" r="r" b="b"/>
            <a:pathLst>
              <a:path w="1167765" h="1167765">
                <a:moveTo>
                  <a:pt x="1167384" y="0"/>
                </a:moveTo>
                <a:lnTo>
                  <a:pt x="0" y="0"/>
                </a:lnTo>
                <a:lnTo>
                  <a:pt x="0" y="1167384"/>
                </a:lnTo>
                <a:lnTo>
                  <a:pt x="48119" y="1166410"/>
                </a:lnTo>
                <a:lnTo>
                  <a:pt x="95743" y="1163514"/>
                </a:lnTo>
                <a:lnTo>
                  <a:pt x="142834" y="1158733"/>
                </a:lnTo>
                <a:lnTo>
                  <a:pt x="189355" y="1152106"/>
                </a:lnTo>
                <a:lnTo>
                  <a:pt x="235268" y="1143668"/>
                </a:lnTo>
                <a:lnTo>
                  <a:pt x="280535" y="1133459"/>
                </a:lnTo>
                <a:lnTo>
                  <a:pt x="325120" y="1121515"/>
                </a:lnTo>
                <a:lnTo>
                  <a:pt x="368983" y="1107874"/>
                </a:lnTo>
                <a:lnTo>
                  <a:pt x="412088" y="1092574"/>
                </a:lnTo>
                <a:lnTo>
                  <a:pt x="454398" y="1075652"/>
                </a:lnTo>
                <a:lnTo>
                  <a:pt x="495874" y="1057145"/>
                </a:lnTo>
                <a:lnTo>
                  <a:pt x="536480" y="1037092"/>
                </a:lnTo>
                <a:lnTo>
                  <a:pt x="576177" y="1015529"/>
                </a:lnTo>
                <a:lnTo>
                  <a:pt x="614927" y="992495"/>
                </a:lnTo>
                <a:lnTo>
                  <a:pt x="652695" y="968026"/>
                </a:lnTo>
                <a:lnTo>
                  <a:pt x="689441" y="942161"/>
                </a:lnTo>
                <a:lnTo>
                  <a:pt x="725129" y="914936"/>
                </a:lnTo>
                <a:lnTo>
                  <a:pt x="759720" y="886390"/>
                </a:lnTo>
                <a:lnTo>
                  <a:pt x="793178" y="856560"/>
                </a:lnTo>
                <a:lnTo>
                  <a:pt x="825465" y="825484"/>
                </a:lnTo>
                <a:lnTo>
                  <a:pt x="856542" y="793198"/>
                </a:lnTo>
                <a:lnTo>
                  <a:pt x="886373" y="759741"/>
                </a:lnTo>
                <a:lnTo>
                  <a:pt x="914920" y="725150"/>
                </a:lnTo>
                <a:lnTo>
                  <a:pt x="942146" y="689463"/>
                </a:lnTo>
                <a:lnTo>
                  <a:pt x="968013" y="652717"/>
                </a:lnTo>
                <a:lnTo>
                  <a:pt x="992483" y="614950"/>
                </a:lnTo>
                <a:lnTo>
                  <a:pt x="1015518" y="576199"/>
                </a:lnTo>
                <a:lnTo>
                  <a:pt x="1037082" y="536502"/>
                </a:lnTo>
                <a:lnTo>
                  <a:pt x="1057137" y="495896"/>
                </a:lnTo>
                <a:lnTo>
                  <a:pt x="1075645" y="454419"/>
                </a:lnTo>
                <a:lnTo>
                  <a:pt x="1092568" y="412109"/>
                </a:lnTo>
                <a:lnTo>
                  <a:pt x="1107869" y="369003"/>
                </a:lnTo>
                <a:lnTo>
                  <a:pt x="1121511" y="325138"/>
                </a:lnTo>
                <a:lnTo>
                  <a:pt x="1133456" y="280552"/>
                </a:lnTo>
                <a:lnTo>
                  <a:pt x="1143666" y="235283"/>
                </a:lnTo>
                <a:lnTo>
                  <a:pt x="1152104" y="189368"/>
                </a:lnTo>
                <a:lnTo>
                  <a:pt x="1158733" y="142844"/>
                </a:lnTo>
                <a:lnTo>
                  <a:pt x="1163514" y="95750"/>
                </a:lnTo>
                <a:lnTo>
                  <a:pt x="1166410" y="48123"/>
                </a:lnTo>
                <a:lnTo>
                  <a:pt x="1167384" y="0"/>
                </a:lnTo>
                <a:close/>
              </a:path>
            </a:pathLst>
          </a:custGeom>
          <a:solidFill>
            <a:srgbClr val="627083"/>
          </a:solidFill>
        </p:spPr>
        <p:txBody>
          <a:bodyPr wrap="square" lIns="0" tIns="0" rIns="0" bIns="0" rtlCol="0"/>
          <a:lstStyle/>
          <a:p/>
        </p:txBody>
      </p:sp>
      <p:sp>
        <p:nvSpPr>
          <p:cNvPr id="23" name="bg object 23"/>
          <p:cNvSpPr/>
          <p:nvPr/>
        </p:nvSpPr>
        <p:spPr>
          <a:xfrm>
            <a:off x="11024616" y="4581144"/>
            <a:ext cx="1167765" cy="2277110"/>
          </a:xfrm>
          <a:custGeom>
            <a:avLst/>
            <a:rect l="l" t="t" r="r" b="b"/>
            <a:pathLst>
              <a:path w="1167765" h="2277109">
                <a:moveTo>
                  <a:pt x="1167383" y="0"/>
                </a:moveTo>
                <a:lnTo>
                  <a:pt x="1048003" y="6095"/>
                </a:lnTo>
                <a:lnTo>
                  <a:pt x="1000565" y="11959"/>
                </a:lnTo>
                <a:lnTo>
                  <a:pt x="953733" y="19721"/>
                </a:lnTo>
                <a:lnTo>
                  <a:pt x="907545" y="29341"/>
                </a:lnTo>
                <a:lnTo>
                  <a:pt x="862042" y="40781"/>
                </a:lnTo>
                <a:lnTo>
                  <a:pt x="817261" y="53999"/>
                </a:lnTo>
                <a:lnTo>
                  <a:pt x="773243" y="68958"/>
                </a:lnTo>
                <a:lnTo>
                  <a:pt x="730025" y="85617"/>
                </a:lnTo>
                <a:lnTo>
                  <a:pt x="687648" y="103938"/>
                </a:lnTo>
                <a:lnTo>
                  <a:pt x="646151" y="123879"/>
                </a:lnTo>
                <a:lnTo>
                  <a:pt x="605572" y="145403"/>
                </a:lnTo>
                <a:lnTo>
                  <a:pt x="565950" y="168469"/>
                </a:lnTo>
                <a:lnTo>
                  <a:pt x="527325" y="193038"/>
                </a:lnTo>
                <a:lnTo>
                  <a:pt x="489736" y="219070"/>
                </a:lnTo>
                <a:lnTo>
                  <a:pt x="453222" y="246526"/>
                </a:lnTo>
                <a:lnTo>
                  <a:pt x="417822" y="275367"/>
                </a:lnTo>
                <a:lnTo>
                  <a:pt x="383576" y="305552"/>
                </a:lnTo>
                <a:lnTo>
                  <a:pt x="350521" y="337043"/>
                </a:lnTo>
                <a:lnTo>
                  <a:pt x="318697" y="369799"/>
                </a:lnTo>
                <a:lnTo>
                  <a:pt x="288144" y="403782"/>
                </a:lnTo>
                <a:lnTo>
                  <a:pt x="258901" y="438952"/>
                </a:lnTo>
                <a:lnTo>
                  <a:pt x="231006" y="475268"/>
                </a:lnTo>
                <a:lnTo>
                  <a:pt x="204499" y="512693"/>
                </a:lnTo>
                <a:lnTo>
                  <a:pt x="179418" y="551186"/>
                </a:lnTo>
                <a:lnTo>
                  <a:pt x="155804" y="590707"/>
                </a:lnTo>
                <a:lnTo>
                  <a:pt x="133694" y="631218"/>
                </a:lnTo>
                <a:lnTo>
                  <a:pt x="113129" y="672679"/>
                </a:lnTo>
                <a:lnTo>
                  <a:pt x="94146" y="715049"/>
                </a:lnTo>
                <a:lnTo>
                  <a:pt x="76786" y="758290"/>
                </a:lnTo>
                <a:lnTo>
                  <a:pt x="61087" y="802363"/>
                </a:lnTo>
                <a:lnTo>
                  <a:pt x="47089" y="847227"/>
                </a:lnTo>
                <a:lnTo>
                  <a:pt x="34831" y="892843"/>
                </a:lnTo>
                <a:lnTo>
                  <a:pt x="24351" y="939172"/>
                </a:lnTo>
                <a:lnTo>
                  <a:pt x="15689" y="986174"/>
                </a:lnTo>
                <a:lnTo>
                  <a:pt x="8883" y="1033809"/>
                </a:lnTo>
                <a:lnTo>
                  <a:pt x="3974" y="1082039"/>
                </a:lnTo>
                <a:lnTo>
                  <a:pt x="1000" y="1130823"/>
                </a:lnTo>
                <a:lnTo>
                  <a:pt x="0" y="1180122"/>
                </a:lnTo>
                <a:lnTo>
                  <a:pt x="0" y="2276855"/>
                </a:lnTo>
                <a:lnTo>
                  <a:pt x="1167383" y="2276855"/>
                </a:lnTo>
                <a:lnTo>
                  <a:pt x="1167383" y="0"/>
                </a:lnTo>
                <a:close/>
              </a:path>
            </a:pathLst>
          </a:custGeom>
          <a:solidFill>
            <a:srgbClr val="0068FF"/>
          </a:solidFill>
        </p:spPr>
        <p:txBody>
          <a:bodyPr wrap="square" lIns="0" tIns="0" rIns="0" bIns="0" rtlCol="0"/>
          <a:lstStyle/>
          <a:p/>
        </p:txBody>
      </p:sp>
      <p:sp>
        <p:nvSpPr>
          <p:cNvPr id="2" name="Holder 2"/>
          <p:cNvSpPr>
            <a:spLocks noGrp="1" noEditPoints="1"/>
          </p:cNvSpPr>
          <p:nvPr>
            <p:ph type="ctrTitle"/>
          </p:nvPr>
        </p:nvSpPr>
        <p:spPr>
          <a:xfrm>
            <a:off x="1196746" y="2131567"/>
            <a:ext cx="9798507" cy="1589404"/>
          </a:xfrm>
          <a:prstGeom prst="rect">
            <a:avLst/>
          </a:prstGeom>
        </p:spPr>
        <p:txBody>
          <a:bodyPr wrap="square" lIns="0" tIns="0" rIns="0" bIns="0">
            <a:spAutoFit/>
          </a:bodyPr>
          <a:lstStyle>
            <a:lvl1pPr>
              <a:defRPr b="0" i="0">
                <a:solidFill>
                  <a:schemeClr val="tx1"/>
                </a:solidFill>
              </a:defRPr>
            </a:lvl1pPr>
          </a:lstStyle>
          <a:p/>
        </p:txBody>
      </p:sp>
      <p:sp>
        <p:nvSpPr>
          <p:cNvPr id="3" name="Holder 3"/>
          <p:cNvSpPr>
            <a:spLocks noGrp="1" noEditPoints="1"/>
          </p:cNvSpPr>
          <p:nvPr>
            <p:ph type="subTitle" idx="4"/>
          </p:nvPr>
        </p:nvSpPr>
        <p:spPr>
          <a:xfrm>
            <a:off x="1828800" y="3840480"/>
            <a:ext cx="8534400" cy="1714500"/>
          </a:xfrm>
          <a:prstGeom prst="rect">
            <a:avLst/>
          </a:prstGeom>
        </p:spPr>
        <p:txBody>
          <a:bodyPr wrap="square" lIns="0" tIns="0" rIns="0" bIns="0">
            <a:spAutoFit/>
          </a:bodyPr>
          <a:lstStyle/>
          <a:p>
            <a:pPr lvl="0"/>
          </a:p>
        </p:txBody>
      </p:sp>
      <p:sp>
        <p:nvSpPr>
          <p:cNvPr id="4" name="Holder 4"/>
          <p:cNvSpPr>
            <a:spLocks noGrp="1" noEditPoints="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noEditPoints="1"/>
          </p:cNvSpPr>
          <p:nvPr>
            <p:ph type="dt" sz="half" idx="6"/>
          </p:nvPr>
        </p:nvSpPr>
        <p:spPr/>
        <p:txBody>
          <a:bodyPr lIns="0" tIns="0" rIns="0" bIns="0"/>
          <a:lstStyle>
            <a:lvl1pPr>
              <a:defRPr sz="1200" b="0" i="0">
                <a:solidFill>
                  <a:srgbClr val="627083"/>
                </a:solidFill>
                <a:latin typeface="Arial MT"/>
                <a:cs typeface="Arial MT"/>
              </a:defRPr>
            </a:lvl1pPr>
          </a:lstStyle>
          <a:p>
            <a:pPr marL="12700">
              <a:lnSpc>
                <a:spcPts val="1430"/>
              </a:lnSpc>
            </a:pPr>
            <a:r>
              <a:rPr spc="-5" dirty="0">
                <a:solidFill>
                  <a:srgbClr val="DAE4EE"/>
                </a:solidFill>
              </a:rPr>
              <a:t>15/02/2024</a:t>
            </a:r>
          </a:p>
        </p:txBody>
      </p:sp>
      <p:sp>
        <p:nvSpPr>
          <p:cNvPr id="6" name="Holder 6"/>
          <p:cNvSpPr>
            <a:spLocks noGrp="1" noEditPoints="1"/>
          </p:cNvSpPr>
          <p:nvPr>
            <p:ph type="sldNum" sz="quarter" idx="7"/>
          </p:nvPr>
        </p:nvSpPr>
        <p:spPr/>
        <p:txBody>
          <a:bodyPr lIns="0" tIns="0" rIns="0" bIns="0"/>
          <a:lstStyle>
            <a:lvl1pPr>
              <a:defRPr sz="1200" b="0" i="0">
                <a:solidFill>
                  <a:srgbClr val="DAE4EE"/>
                </a:solidFill>
                <a:latin typeface="Arial MT"/>
                <a:cs typeface="Arial MT"/>
              </a:defRPr>
            </a:lvl1pPr>
          </a:lstStyle>
          <a:p>
            <a:pPr marL="38100">
              <a:lnSpc>
                <a:spcPts val="143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noEditPoints="1"/>
          </p:cNvSpPr>
          <p:nvPr>
            <p:ph type="title"/>
          </p:nvPr>
        </p:nvSpPr>
        <p:spPr/>
        <p:txBody>
          <a:bodyPr lIns="0" tIns="0" rIns="0" bIns="0"/>
          <a:lstStyle>
            <a:lvl1pPr>
              <a:defRPr sz="6000" b="1" i="0">
                <a:solidFill>
                  <a:schemeClr val="tx1"/>
                </a:solidFill>
                <a:latin typeface="Arial" pitchFamily="34" charset="0" panose="020B0604020202020204"/>
                <a:cs typeface="Arial" pitchFamily="34" charset="0" panose="020B0604020202020204"/>
              </a:defRPr>
            </a:lvl1pPr>
          </a:lstStyle>
          <a:p/>
        </p:txBody>
      </p:sp>
      <p:sp>
        <p:nvSpPr>
          <p:cNvPr id="3" name="Holder 3"/>
          <p:cNvSpPr>
            <a:spLocks noGrp="1" noEditPoints="1"/>
          </p:cNvSpPr>
          <p:nvPr>
            <p:ph type="body" idx="1"/>
          </p:nvPr>
        </p:nvSpPr>
        <p:spPr/>
        <p:txBody>
          <a:bodyPr lIns="0" tIns="0" rIns="0" bIns="0"/>
          <a:lstStyle>
            <a:lvl1pPr>
              <a:defRPr sz="2000" b="0" i="0">
                <a:solidFill>
                  <a:srgbClr val="0068FF"/>
                </a:solidFill>
                <a:latin typeface="Lucida Sans Unicode"/>
                <a:cs typeface="Lucida Sans Unicode"/>
              </a:defRPr>
            </a:lvl1pPr>
          </a:lstStyle>
          <a:p>
            <a:pPr lvl="0"/>
          </a:p>
        </p:txBody>
      </p:sp>
      <p:sp>
        <p:nvSpPr>
          <p:cNvPr id="4" name="Holder 4"/>
          <p:cNvSpPr>
            <a:spLocks noGrp="1" noEditPoints="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noEditPoints="1"/>
          </p:cNvSpPr>
          <p:nvPr>
            <p:ph type="dt" sz="half" idx="6"/>
          </p:nvPr>
        </p:nvSpPr>
        <p:spPr/>
        <p:txBody>
          <a:bodyPr lIns="0" tIns="0" rIns="0" bIns="0"/>
          <a:lstStyle>
            <a:lvl1pPr>
              <a:defRPr sz="1200" b="0" i="0">
                <a:solidFill>
                  <a:srgbClr val="627083"/>
                </a:solidFill>
                <a:latin typeface="Arial MT"/>
                <a:cs typeface="Arial MT"/>
              </a:defRPr>
            </a:lvl1pPr>
          </a:lstStyle>
          <a:p>
            <a:pPr marL="12700">
              <a:lnSpc>
                <a:spcPts val="1430"/>
              </a:lnSpc>
            </a:pPr>
            <a:r>
              <a:rPr spc="-5" dirty="0">
                <a:solidFill>
                  <a:srgbClr val="DAE4EE"/>
                </a:solidFill>
              </a:rPr>
              <a:t>15/02/2024</a:t>
            </a:r>
          </a:p>
        </p:txBody>
      </p:sp>
      <p:sp>
        <p:nvSpPr>
          <p:cNvPr id="6" name="Holder 6"/>
          <p:cNvSpPr>
            <a:spLocks noGrp="1" noEditPoints="1"/>
          </p:cNvSpPr>
          <p:nvPr>
            <p:ph type="sldNum" sz="quarter" idx="7"/>
          </p:nvPr>
        </p:nvSpPr>
        <p:spPr/>
        <p:txBody>
          <a:bodyPr lIns="0" tIns="0" rIns="0" bIns="0"/>
          <a:lstStyle>
            <a:lvl1pPr>
              <a:defRPr sz="1200" b="0" i="0">
                <a:solidFill>
                  <a:srgbClr val="DAE4EE"/>
                </a:solidFill>
                <a:latin typeface="Arial MT"/>
                <a:cs typeface="Arial MT"/>
              </a:defRPr>
            </a:lvl1pPr>
          </a:lstStyle>
          <a:p>
            <a:pPr marL="38100">
              <a:lnSpc>
                <a:spcPts val="143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noEditPoints="1"/>
          </p:cNvSpPr>
          <p:nvPr>
            <p:ph type="title"/>
          </p:nvPr>
        </p:nvSpPr>
        <p:spPr/>
        <p:txBody>
          <a:bodyPr lIns="0" tIns="0" rIns="0" bIns="0"/>
          <a:lstStyle>
            <a:lvl1pPr>
              <a:defRPr sz="6000" b="1" i="0">
                <a:solidFill>
                  <a:schemeClr val="tx1"/>
                </a:solidFill>
                <a:latin typeface="Arial" pitchFamily="34" charset="0" panose="020B0604020202020204"/>
                <a:cs typeface="Arial" pitchFamily="34" charset="0" panose="020B0604020202020204"/>
              </a:defRPr>
            </a:lvl1pPr>
          </a:lstStyle>
          <a:p/>
        </p:txBody>
      </p:sp>
      <p:sp>
        <p:nvSpPr>
          <p:cNvPr id="3" name="Holder 3"/>
          <p:cNvSpPr>
            <a:spLocks noGrp="1" noEditPoints="1"/>
          </p:cNvSpPr>
          <p:nvPr>
            <p:ph sz="half" idx="2"/>
          </p:nvPr>
        </p:nvSpPr>
        <p:spPr>
          <a:xfrm>
            <a:off x="609600" y="1577340"/>
            <a:ext cx="5303520" cy="4526280"/>
          </a:xfrm>
          <a:prstGeom prst="rect">
            <a:avLst/>
          </a:prstGeom>
        </p:spPr>
        <p:txBody>
          <a:bodyPr wrap="square" lIns="0" tIns="0" rIns="0" bIns="0">
            <a:spAutoFit/>
          </a:bodyPr>
          <a:lstStyle/>
          <a:p>
            <a:pPr lvl="0"/>
          </a:p>
        </p:txBody>
      </p:sp>
      <p:sp>
        <p:nvSpPr>
          <p:cNvPr id="4" name="Holder 4"/>
          <p:cNvSpPr>
            <a:spLocks noGrp="1" noEditPoints="1"/>
          </p:cNvSpPr>
          <p:nvPr>
            <p:ph sz="half" idx="3"/>
          </p:nvPr>
        </p:nvSpPr>
        <p:spPr>
          <a:xfrm>
            <a:off x="6278880" y="1577340"/>
            <a:ext cx="5303520" cy="4526280"/>
          </a:xfrm>
          <a:prstGeom prst="rect">
            <a:avLst/>
          </a:prstGeom>
        </p:spPr>
        <p:txBody>
          <a:bodyPr wrap="square" lIns="0" tIns="0" rIns="0" bIns="0">
            <a:spAutoFit/>
          </a:bodyPr>
          <a:lstStyle/>
          <a:p>
            <a:pPr lvl="0"/>
          </a:p>
        </p:txBody>
      </p:sp>
      <p:sp>
        <p:nvSpPr>
          <p:cNvPr id="5" name="Holder 5"/>
          <p:cNvSpPr>
            <a:spLocks noGrp="1" noEditPoints="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noEditPoints="1"/>
          </p:cNvSpPr>
          <p:nvPr>
            <p:ph type="dt" sz="half" idx="6"/>
          </p:nvPr>
        </p:nvSpPr>
        <p:spPr/>
        <p:txBody>
          <a:bodyPr lIns="0" tIns="0" rIns="0" bIns="0"/>
          <a:lstStyle>
            <a:lvl1pPr>
              <a:defRPr sz="1200" b="0" i="0">
                <a:solidFill>
                  <a:srgbClr val="627083"/>
                </a:solidFill>
                <a:latin typeface="Arial MT"/>
                <a:cs typeface="Arial MT"/>
              </a:defRPr>
            </a:lvl1pPr>
          </a:lstStyle>
          <a:p>
            <a:pPr marL="12700">
              <a:lnSpc>
                <a:spcPts val="1430"/>
              </a:lnSpc>
            </a:pPr>
            <a:r>
              <a:rPr spc="-5" dirty="0">
                <a:solidFill>
                  <a:srgbClr val="DAE4EE"/>
                </a:solidFill>
              </a:rPr>
              <a:t>15/02/2024</a:t>
            </a:r>
          </a:p>
        </p:txBody>
      </p:sp>
      <p:sp>
        <p:nvSpPr>
          <p:cNvPr id="7" name="Holder 7"/>
          <p:cNvSpPr>
            <a:spLocks noGrp="1" noEditPoints="1"/>
          </p:cNvSpPr>
          <p:nvPr>
            <p:ph type="sldNum" sz="quarter" idx="7"/>
          </p:nvPr>
        </p:nvSpPr>
        <p:spPr/>
        <p:txBody>
          <a:bodyPr lIns="0" tIns="0" rIns="0" bIns="0"/>
          <a:lstStyle>
            <a:lvl1pPr>
              <a:defRPr sz="1200" b="0" i="0">
                <a:solidFill>
                  <a:srgbClr val="DAE4EE"/>
                </a:solidFill>
                <a:latin typeface="Arial MT"/>
                <a:cs typeface="Arial MT"/>
              </a:defRPr>
            </a:lvl1pPr>
          </a:lstStyle>
          <a:p>
            <a:pPr marL="38100">
              <a:lnSpc>
                <a:spcPts val="143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16" name="bg object 16"/>
          <p:cNvSpPr/>
          <p:nvPr/>
        </p:nvSpPr>
        <p:spPr>
          <a:xfrm>
            <a:off x="8581644" y="0"/>
            <a:ext cx="3610610" cy="6858000"/>
          </a:xfrm>
          <a:custGeom>
            <a:avLst/>
            <a:rect l="l" t="t" r="r" b="b"/>
            <a:pathLst>
              <a:path w="3610609" h="6858000">
                <a:moveTo>
                  <a:pt x="3610356" y="0"/>
                </a:moveTo>
                <a:lnTo>
                  <a:pt x="0" y="0"/>
                </a:lnTo>
                <a:lnTo>
                  <a:pt x="48158" y="317"/>
                </a:lnTo>
                <a:lnTo>
                  <a:pt x="96177" y="1257"/>
                </a:lnTo>
                <a:lnTo>
                  <a:pt x="144030" y="2832"/>
                </a:lnTo>
                <a:lnTo>
                  <a:pt x="191731" y="5016"/>
                </a:lnTo>
                <a:lnTo>
                  <a:pt x="239268" y="7810"/>
                </a:lnTo>
                <a:lnTo>
                  <a:pt x="286639" y="11214"/>
                </a:lnTo>
                <a:lnTo>
                  <a:pt x="333844" y="15240"/>
                </a:lnTo>
                <a:lnTo>
                  <a:pt x="380860" y="19862"/>
                </a:lnTo>
                <a:lnTo>
                  <a:pt x="427710" y="25082"/>
                </a:lnTo>
                <a:lnTo>
                  <a:pt x="474370" y="30899"/>
                </a:lnTo>
                <a:lnTo>
                  <a:pt x="520852" y="37299"/>
                </a:lnTo>
                <a:lnTo>
                  <a:pt x="567143" y="44297"/>
                </a:lnTo>
                <a:lnTo>
                  <a:pt x="613232" y="51879"/>
                </a:lnTo>
                <a:lnTo>
                  <a:pt x="659130" y="60032"/>
                </a:lnTo>
                <a:lnTo>
                  <a:pt x="704824" y="68770"/>
                </a:lnTo>
                <a:lnTo>
                  <a:pt x="750316" y="78079"/>
                </a:lnTo>
                <a:lnTo>
                  <a:pt x="795591" y="87960"/>
                </a:lnTo>
                <a:lnTo>
                  <a:pt x="840651" y="98399"/>
                </a:lnTo>
                <a:lnTo>
                  <a:pt x="885507" y="109397"/>
                </a:lnTo>
                <a:lnTo>
                  <a:pt x="930122" y="120967"/>
                </a:lnTo>
                <a:lnTo>
                  <a:pt x="974534" y="133070"/>
                </a:lnTo>
                <a:lnTo>
                  <a:pt x="1018705" y="145732"/>
                </a:lnTo>
                <a:lnTo>
                  <a:pt x="1062634" y="158940"/>
                </a:lnTo>
                <a:lnTo>
                  <a:pt x="1106335" y="172681"/>
                </a:lnTo>
                <a:lnTo>
                  <a:pt x="1149807" y="186969"/>
                </a:lnTo>
                <a:lnTo>
                  <a:pt x="1193012" y="201790"/>
                </a:lnTo>
                <a:lnTo>
                  <a:pt x="1235989" y="217131"/>
                </a:lnTo>
                <a:lnTo>
                  <a:pt x="1278699" y="233006"/>
                </a:lnTo>
                <a:lnTo>
                  <a:pt x="1321155" y="249402"/>
                </a:lnTo>
                <a:lnTo>
                  <a:pt x="1363357" y="266306"/>
                </a:lnTo>
                <a:lnTo>
                  <a:pt x="1405293" y="283730"/>
                </a:lnTo>
                <a:lnTo>
                  <a:pt x="1446949" y="301663"/>
                </a:lnTo>
                <a:lnTo>
                  <a:pt x="1488351" y="320103"/>
                </a:lnTo>
                <a:lnTo>
                  <a:pt x="1529461" y="339051"/>
                </a:lnTo>
                <a:lnTo>
                  <a:pt x="1570304" y="358495"/>
                </a:lnTo>
                <a:lnTo>
                  <a:pt x="1610855" y="378421"/>
                </a:lnTo>
                <a:lnTo>
                  <a:pt x="1651127" y="398856"/>
                </a:lnTo>
                <a:lnTo>
                  <a:pt x="1691093" y="419760"/>
                </a:lnTo>
                <a:lnTo>
                  <a:pt x="1730781" y="441159"/>
                </a:lnTo>
                <a:lnTo>
                  <a:pt x="1770151" y="463029"/>
                </a:lnTo>
                <a:lnTo>
                  <a:pt x="1809229" y="485381"/>
                </a:lnTo>
                <a:lnTo>
                  <a:pt x="1848002" y="508203"/>
                </a:lnTo>
                <a:lnTo>
                  <a:pt x="1886458" y="531482"/>
                </a:lnTo>
                <a:lnTo>
                  <a:pt x="1924608" y="555231"/>
                </a:lnTo>
                <a:lnTo>
                  <a:pt x="1962429" y="579450"/>
                </a:lnTo>
                <a:lnTo>
                  <a:pt x="1999932" y="604113"/>
                </a:lnTo>
                <a:lnTo>
                  <a:pt x="2037105" y="629221"/>
                </a:lnTo>
                <a:lnTo>
                  <a:pt x="2073948" y="654786"/>
                </a:lnTo>
                <a:lnTo>
                  <a:pt x="2110460" y="680796"/>
                </a:lnTo>
                <a:lnTo>
                  <a:pt x="2146630" y="707237"/>
                </a:lnTo>
                <a:lnTo>
                  <a:pt x="2182457" y="734123"/>
                </a:lnTo>
                <a:lnTo>
                  <a:pt x="2217940" y="761441"/>
                </a:lnTo>
                <a:lnTo>
                  <a:pt x="2253081" y="789178"/>
                </a:lnTo>
                <a:lnTo>
                  <a:pt x="2287854" y="817346"/>
                </a:lnTo>
                <a:lnTo>
                  <a:pt x="2322284" y="845934"/>
                </a:lnTo>
                <a:lnTo>
                  <a:pt x="2356345" y="874928"/>
                </a:lnTo>
                <a:lnTo>
                  <a:pt x="2390038" y="904341"/>
                </a:lnTo>
                <a:lnTo>
                  <a:pt x="2423363" y="934173"/>
                </a:lnTo>
                <a:lnTo>
                  <a:pt x="2456307" y="964399"/>
                </a:lnTo>
                <a:lnTo>
                  <a:pt x="2488882" y="995032"/>
                </a:lnTo>
                <a:lnTo>
                  <a:pt x="2521077" y="1026058"/>
                </a:lnTo>
                <a:lnTo>
                  <a:pt x="2552890" y="1057465"/>
                </a:lnTo>
                <a:lnTo>
                  <a:pt x="2584297" y="1089279"/>
                </a:lnTo>
                <a:lnTo>
                  <a:pt x="2615323" y="1121473"/>
                </a:lnTo>
                <a:lnTo>
                  <a:pt x="2645956" y="1154049"/>
                </a:lnTo>
                <a:lnTo>
                  <a:pt x="2676182" y="1186992"/>
                </a:lnTo>
                <a:lnTo>
                  <a:pt x="2706014" y="1220317"/>
                </a:lnTo>
                <a:lnTo>
                  <a:pt x="2735427" y="1254010"/>
                </a:lnTo>
                <a:lnTo>
                  <a:pt x="2764421" y="1288072"/>
                </a:lnTo>
                <a:lnTo>
                  <a:pt x="2793009" y="1322501"/>
                </a:lnTo>
                <a:lnTo>
                  <a:pt x="2821178" y="1357274"/>
                </a:lnTo>
                <a:lnTo>
                  <a:pt x="2848914" y="1392415"/>
                </a:lnTo>
                <a:lnTo>
                  <a:pt x="2876232" y="1427899"/>
                </a:lnTo>
                <a:lnTo>
                  <a:pt x="2903118" y="1463725"/>
                </a:lnTo>
                <a:lnTo>
                  <a:pt x="2929559" y="1499895"/>
                </a:lnTo>
                <a:lnTo>
                  <a:pt x="2955569" y="1536407"/>
                </a:lnTo>
                <a:lnTo>
                  <a:pt x="2981134" y="1573250"/>
                </a:lnTo>
                <a:lnTo>
                  <a:pt x="3006242" y="1610423"/>
                </a:lnTo>
                <a:lnTo>
                  <a:pt x="3030905" y="1647926"/>
                </a:lnTo>
                <a:lnTo>
                  <a:pt x="3055124" y="1685747"/>
                </a:lnTo>
                <a:lnTo>
                  <a:pt x="3078873" y="1723898"/>
                </a:lnTo>
                <a:lnTo>
                  <a:pt x="3102152" y="1762353"/>
                </a:lnTo>
                <a:lnTo>
                  <a:pt x="3124974" y="1801126"/>
                </a:lnTo>
                <a:lnTo>
                  <a:pt x="3147326" y="1840204"/>
                </a:lnTo>
                <a:lnTo>
                  <a:pt x="3169196" y="1879574"/>
                </a:lnTo>
                <a:lnTo>
                  <a:pt x="3190595" y="1919262"/>
                </a:lnTo>
                <a:lnTo>
                  <a:pt x="3211499" y="1959229"/>
                </a:lnTo>
                <a:lnTo>
                  <a:pt x="3231934" y="1999500"/>
                </a:lnTo>
                <a:lnTo>
                  <a:pt x="3251860" y="2040051"/>
                </a:lnTo>
                <a:lnTo>
                  <a:pt x="3271304" y="2080895"/>
                </a:lnTo>
                <a:lnTo>
                  <a:pt x="3290252" y="2122005"/>
                </a:lnTo>
                <a:lnTo>
                  <a:pt x="3308693" y="2163407"/>
                </a:lnTo>
                <a:lnTo>
                  <a:pt x="3326625" y="2205063"/>
                </a:lnTo>
                <a:lnTo>
                  <a:pt x="3344049" y="2246998"/>
                </a:lnTo>
                <a:lnTo>
                  <a:pt x="3360953" y="2289200"/>
                </a:lnTo>
                <a:lnTo>
                  <a:pt x="3377349" y="2331656"/>
                </a:lnTo>
                <a:lnTo>
                  <a:pt x="3393224" y="2374366"/>
                </a:lnTo>
                <a:lnTo>
                  <a:pt x="3408565" y="2417343"/>
                </a:lnTo>
                <a:lnTo>
                  <a:pt x="3423386" y="2460548"/>
                </a:lnTo>
                <a:lnTo>
                  <a:pt x="3437674" y="2504021"/>
                </a:lnTo>
                <a:lnTo>
                  <a:pt x="3451415" y="2547721"/>
                </a:lnTo>
                <a:lnTo>
                  <a:pt x="3464623" y="2591651"/>
                </a:lnTo>
                <a:lnTo>
                  <a:pt x="3477285" y="2635821"/>
                </a:lnTo>
                <a:lnTo>
                  <a:pt x="3489388" y="2680233"/>
                </a:lnTo>
                <a:lnTo>
                  <a:pt x="3500958" y="2724848"/>
                </a:lnTo>
                <a:lnTo>
                  <a:pt x="3511956" y="2769705"/>
                </a:lnTo>
                <a:lnTo>
                  <a:pt x="3522395" y="2814764"/>
                </a:lnTo>
                <a:lnTo>
                  <a:pt x="3532276" y="2860040"/>
                </a:lnTo>
                <a:lnTo>
                  <a:pt x="3541585" y="2905531"/>
                </a:lnTo>
                <a:lnTo>
                  <a:pt x="3550323" y="2951226"/>
                </a:lnTo>
                <a:lnTo>
                  <a:pt x="3558476" y="2997123"/>
                </a:lnTo>
                <a:lnTo>
                  <a:pt x="3566058" y="3043212"/>
                </a:lnTo>
                <a:lnTo>
                  <a:pt x="3573056" y="3089503"/>
                </a:lnTo>
                <a:lnTo>
                  <a:pt x="3579457" y="3135985"/>
                </a:lnTo>
                <a:lnTo>
                  <a:pt x="3585273" y="3182645"/>
                </a:lnTo>
                <a:lnTo>
                  <a:pt x="3590493" y="3229495"/>
                </a:lnTo>
                <a:lnTo>
                  <a:pt x="3595116" y="3276511"/>
                </a:lnTo>
                <a:lnTo>
                  <a:pt x="3599142" y="3323717"/>
                </a:lnTo>
                <a:lnTo>
                  <a:pt x="3602545" y="3371088"/>
                </a:lnTo>
                <a:lnTo>
                  <a:pt x="3605339" y="3418624"/>
                </a:lnTo>
                <a:lnTo>
                  <a:pt x="3605809" y="3429012"/>
                </a:lnTo>
                <a:lnTo>
                  <a:pt x="3605339" y="3439388"/>
                </a:lnTo>
                <a:lnTo>
                  <a:pt x="3602545" y="3486924"/>
                </a:lnTo>
                <a:lnTo>
                  <a:pt x="3599142" y="3534295"/>
                </a:lnTo>
                <a:lnTo>
                  <a:pt x="3595116" y="3581501"/>
                </a:lnTo>
                <a:lnTo>
                  <a:pt x="3590493" y="3628517"/>
                </a:lnTo>
                <a:lnTo>
                  <a:pt x="3585273" y="3675367"/>
                </a:lnTo>
                <a:lnTo>
                  <a:pt x="3579457" y="3722027"/>
                </a:lnTo>
                <a:lnTo>
                  <a:pt x="3573056" y="3768509"/>
                </a:lnTo>
                <a:lnTo>
                  <a:pt x="3566058" y="3814800"/>
                </a:lnTo>
                <a:lnTo>
                  <a:pt x="3558476" y="3860889"/>
                </a:lnTo>
                <a:lnTo>
                  <a:pt x="3550323" y="3906786"/>
                </a:lnTo>
                <a:lnTo>
                  <a:pt x="3541585" y="3952481"/>
                </a:lnTo>
                <a:lnTo>
                  <a:pt x="3532276" y="3997972"/>
                </a:lnTo>
                <a:lnTo>
                  <a:pt x="3522395" y="4043248"/>
                </a:lnTo>
                <a:lnTo>
                  <a:pt x="3511956" y="4088307"/>
                </a:lnTo>
                <a:lnTo>
                  <a:pt x="3500958" y="4133164"/>
                </a:lnTo>
                <a:lnTo>
                  <a:pt x="3489388" y="4177779"/>
                </a:lnTo>
                <a:lnTo>
                  <a:pt x="3477285" y="4222191"/>
                </a:lnTo>
                <a:lnTo>
                  <a:pt x="3464623" y="4266362"/>
                </a:lnTo>
                <a:lnTo>
                  <a:pt x="3451415" y="4310291"/>
                </a:lnTo>
                <a:lnTo>
                  <a:pt x="3437674" y="4353992"/>
                </a:lnTo>
                <a:lnTo>
                  <a:pt x="3423386" y="4397464"/>
                </a:lnTo>
                <a:lnTo>
                  <a:pt x="3408565" y="4440669"/>
                </a:lnTo>
                <a:lnTo>
                  <a:pt x="3393224" y="4483646"/>
                </a:lnTo>
                <a:lnTo>
                  <a:pt x="3377349" y="4526356"/>
                </a:lnTo>
                <a:lnTo>
                  <a:pt x="3360953" y="4568812"/>
                </a:lnTo>
                <a:lnTo>
                  <a:pt x="3344049" y="4611014"/>
                </a:lnTo>
                <a:lnTo>
                  <a:pt x="3326625" y="4652950"/>
                </a:lnTo>
                <a:lnTo>
                  <a:pt x="3308693" y="4694606"/>
                </a:lnTo>
                <a:lnTo>
                  <a:pt x="3290252" y="4736008"/>
                </a:lnTo>
                <a:lnTo>
                  <a:pt x="3271304" y="4777117"/>
                </a:lnTo>
                <a:lnTo>
                  <a:pt x="3251860" y="4817961"/>
                </a:lnTo>
                <a:lnTo>
                  <a:pt x="3231934" y="4858512"/>
                </a:lnTo>
                <a:lnTo>
                  <a:pt x="3211499" y="4898783"/>
                </a:lnTo>
                <a:lnTo>
                  <a:pt x="3190595" y="4938750"/>
                </a:lnTo>
                <a:lnTo>
                  <a:pt x="3169196" y="4978438"/>
                </a:lnTo>
                <a:lnTo>
                  <a:pt x="3147326" y="5017808"/>
                </a:lnTo>
                <a:lnTo>
                  <a:pt x="3124974" y="5056886"/>
                </a:lnTo>
                <a:lnTo>
                  <a:pt x="3102152" y="5095659"/>
                </a:lnTo>
                <a:lnTo>
                  <a:pt x="3078873" y="5134114"/>
                </a:lnTo>
                <a:lnTo>
                  <a:pt x="3055124" y="5172265"/>
                </a:lnTo>
                <a:lnTo>
                  <a:pt x="3030905" y="5210086"/>
                </a:lnTo>
                <a:lnTo>
                  <a:pt x="3006242" y="5247589"/>
                </a:lnTo>
                <a:lnTo>
                  <a:pt x="2981134" y="5284762"/>
                </a:lnTo>
                <a:lnTo>
                  <a:pt x="2955569" y="5321605"/>
                </a:lnTo>
                <a:lnTo>
                  <a:pt x="2929559" y="5358117"/>
                </a:lnTo>
                <a:lnTo>
                  <a:pt x="2903118" y="5394287"/>
                </a:lnTo>
                <a:lnTo>
                  <a:pt x="2876232" y="5430113"/>
                </a:lnTo>
                <a:lnTo>
                  <a:pt x="2848914" y="5465597"/>
                </a:lnTo>
                <a:lnTo>
                  <a:pt x="2821178" y="5500738"/>
                </a:lnTo>
                <a:lnTo>
                  <a:pt x="2793009" y="5535511"/>
                </a:lnTo>
                <a:lnTo>
                  <a:pt x="2764421" y="5569940"/>
                </a:lnTo>
                <a:lnTo>
                  <a:pt x="2735427" y="5604002"/>
                </a:lnTo>
                <a:lnTo>
                  <a:pt x="2706014" y="5637695"/>
                </a:lnTo>
                <a:lnTo>
                  <a:pt x="2676182" y="5671020"/>
                </a:lnTo>
                <a:lnTo>
                  <a:pt x="2645956" y="5703963"/>
                </a:lnTo>
                <a:lnTo>
                  <a:pt x="2615323" y="5736539"/>
                </a:lnTo>
                <a:lnTo>
                  <a:pt x="2584297" y="5768733"/>
                </a:lnTo>
                <a:lnTo>
                  <a:pt x="2552890" y="5800534"/>
                </a:lnTo>
                <a:lnTo>
                  <a:pt x="2521077" y="5831954"/>
                </a:lnTo>
                <a:lnTo>
                  <a:pt x="2488882" y="5862980"/>
                </a:lnTo>
                <a:lnTo>
                  <a:pt x="2456307" y="5893613"/>
                </a:lnTo>
                <a:lnTo>
                  <a:pt x="2423363" y="5923839"/>
                </a:lnTo>
                <a:lnTo>
                  <a:pt x="2390038" y="5953671"/>
                </a:lnTo>
                <a:lnTo>
                  <a:pt x="2356345" y="5983084"/>
                </a:lnTo>
                <a:lnTo>
                  <a:pt x="2322284" y="6012078"/>
                </a:lnTo>
                <a:lnTo>
                  <a:pt x="2287854" y="6040666"/>
                </a:lnTo>
                <a:lnTo>
                  <a:pt x="2253081" y="6068834"/>
                </a:lnTo>
                <a:lnTo>
                  <a:pt x="2217940" y="6096571"/>
                </a:lnTo>
                <a:lnTo>
                  <a:pt x="2182457" y="6123889"/>
                </a:lnTo>
                <a:lnTo>
                  <a:pt x="2146630" y="6150775"/>
                </a:lnTo>
                <a:lnTo>
                  <a:pt x="2110460" y="6177216"/>
                </a:lnTo>
                <a:lnTo>
                  <a:pt x="2073948" y="6203226"/>
                </a:lnTo>
                <a:lnTo>
                  <a:pt x="2037105" y="6228791"/>
                </a:lnTo>
                <a:lnTo>
                  <a:pt x="1999932" y="6253899"/>
                </a:lnTo>
                <a:lnTo>
                  <a:pt x="1962429" y="6278562"/>
                </a:lnTo>
                <a:lnTo>
                  <a:pt x="1924608" y="6302781"/>
                </a:lnTo>
                <a:lnTo>
                  <a:pt x="1886458" y="6326530"/>
                </a:lnTo>
                <a:lnTo>
                  <a:pt x="1848002" y="6349809"/>
                </a:lnTo>
                <a:lnTo>
                  <a:pt x="1809229" y="6372631"/>
                </a:lnTo>
                <a:lnTo>
                  <a:pt x="1770151" y="6394983"/>
                </a:lnTo>
                <a:lnTo>
                  <a:pt x="1730781" y="6416853"/>
                </a:lnTo>
                <a:lnTo>
                  <a:pt x="1691093" y="6438252"/>
                </a:lnTo>
                <a:lnTo>
                  <a:pt x="1651127" y="6459156"/>
                </a:lnTo>
                <a:lnTo>
                  <a:pt x="1610855" y="6479591"/>
                </a:lnTo>
                <a:lnTo>
                  <a:pt x="1570304" y="6499517"/>
                </a:lnTo>
                <a:lnTo>
                  <a:pt x="1529461" y="6518961"/>
                </a:lnTo>
                <a:lnTo>
                  <a:pt x="1488351" y="6537909"/>
                </a:lnTo>
                <a:lnTo>
                  <a:pt x="1446949" y="6556349"/>
                </a:lnTo>
                <a:lnTo>
                  <a:pt x="1405293" y="6574282"/>
                </a:lnTo>
                <a:lnTo>
                  <a:pt x="1363357" y="6591706"/>
                </a:lnTo>
                <a:lnTo>
                  <a:pt x="1321155" y="6608610"/>
                </a:lnTo>
                <a:lnTo>
                  <a:pt x="1278699" y="6625006"/>
                </a:lnTo>
                <a:lnTo>
                  <a:pt x="1235989" y="6640881"/>
                </a:lnTo>
                <a:lnTo>
                  <a:pt x="1193012" y="6656222"/>
                </a:lnTo>
                <a:lnTo>
                  <a:pt x="1149807" y="6671043"/>
                </a:lnTo>
                <a:lnTo>
                  <a:pt x="1106335" y="6685331"/>
                </a:lnTo>
                <a:lnTo>
                  <a:pt x="1062634" y="6699072"/>
                </a:lnTo>
                <a:lnTo>
                  <a:pt x="1018705" y="6712280"/>
                </a:lnTo>
                <a:lnTo>
                  <a:pt x="974534" y="6724942"/>
                </a:lnTo>
                <a:lnTo>
                  <a:pt x="930122" y="6737045"/>
                </a:lnTo>
                <a:lnTo>
                  <a:pt x="885507" y="6748615"/>
                </a:lnTo>
                <a:lnTo>
                  <a:pt x="840651" y="6759613"/>
                </a:lnTo>
                <a:lnTo>
                  <a:pt x="795591" y="6770052"/>
                </a:lnTo>
                <a:lnTo>
                  <a:pt x="750316" y="6779933"/>
                </a:lnTo>
                <a:lnTo>
                  <a:pt x="704824" y="6789242"/>
                </a:lnTo>
                <a:lnTo>
                  <a:pt x="659130" y="6797967"/>
                </a:lnTo>
                <a:lnTo>
                  <a:pt x="613232" y="6806133"/>
                </a:lnTo>
                <a:lnTo>
                  <a:pt x="567143" y="6813715"/>
                </a:lnTo>
                <a:lnTo>
                  <a:pt x="520852" y="6820713"/>
                </a:lnTo>
                <a:lnTo>
                  <a:pt x="474370" y="6827113"/>
                </a:lnTo>
                <a:lnTo>
                  <a:pt x="427710" y="6832930"/>
                </a:lnTo>
                <a:lnTo>
                  <a:pt x="380860" y="6838150"/>
                </a:lnTo>
                <a:lnTo>
                  <a:pt x="333844" y="6842773"/>
                </a:lnTo>
                <a:lnTo>
                  <a:pt x="286639" y="6846786"/>
                </a:lnTo>
                <a:lnTo>
                  <a:pt x="239268" y="6850202"/>
                </a:lnTo>
                <a:lnTo>
                  <a:pt x="191731" y="6852996"/>
                </a:lnTo>
                <a:lnTo>
                  <a:pt x="144030" y="6855180"/>
                </a:lnTo>
                <a:lnTo>
                  <a:pt x="96177" y="6856755"/>
                </a:lnTo>
                <a:lnTo>
                  <a:pt x="48158" y="6857695"/>
                </a:lnTo>
                <a:lnTo>
                  <a:pt x="0" y="6858000"/>
                </a:lnTo>
                <a:lnTo>
                  <a:pt x="3610356" y="6858000"/>
                </a:lnTo>
                <a:lnTo>
                  <a:pt x="3610356" y="3610356"/>
                </a:lnTo>
                <a:lnTo>
                  <a:pt x="3610356" y="3247644"/>
                </a:lnTo>
                <a:lnTo>
                  <a:pt x="3610356" y="0"/>
                </a:lnTo>
                <a:close/>
              </a:path>
            </a:pathLst>
          </a:custGeom>
          <a:solidFill>
            <a:srgbClr val="0068FF"/>
          </a:solidFill>
        </p:spPr>
        <p:txBody>
          <a:bodyPr wrap="square" lIns="0" tIns="0" rIns="0" bIns="0" rtlCol="0"/>
          <a:lstStyle/>
          <a:p/>
        </p:txBody>
      </p:sp>
      <p:sp>
        <p:nvSpPr>
          <p:cNvPr id="17" name="bg object 17"/>
          <p:cNvSpPr/>
          <p:nvPr/>
        </p:nvSpPr>
        <p:spPr>
          <a:xfrm>
            <a:off x="0" y="0"/>
            <a:ext cx="934719" cy="934719"/>
          </a:xfrm>
          <a:custGeom>
            <a:avLst/>
            <a:rect l="l" t="t" r="r" b="b"/>
            <a:pathLst>
              <a:path w="934719" h="934719">
                <a:moveTo>
                  <a:pt x="934212" y="0"/>
                </a:moveTo>
                <a:lnTo>
                  <a:pt x="0" y="0"/>
                </a:lnTo>
                <a:lnTo>
                  <a:pt x="0" y="934212"/>
                </a:lnTo>
                <a:lnTo>
                  <a:pt x="48074" y="932996"/>
                </a:lnTo>
                <a:lnTo>
                  <a:pt x="95517" y="929389"/>
                </a:lnTo>
                <a:lnTo>
                  <a:pt x="142271" y="923448"/>
                </a:lnTo>
                <a:lnTo>
                  <a:pt x="188276" y="915234"/>
                </a:lnTo>
                <a:lnTo>
                  <a:pt x="233473" y="904803"/>
                </a:lnTo>
                <a:lnTo>
                  <a:pt x="277805" y="892215"/>
                </a:lnTo>
                <a:lnTo>
                  <a:pt x="321213" y="877529"/>
                </a:lnTo>
                <a:lnTo>
                  <a:pt x="363637" y="860804"/>
                </a:lnTo>
                <a:lnTo>
                  <a:pt x="405019" y="842097"/>
                </a:lnTo>
                <a:lnTo>
                  <a:pt x="445300" y="821467"/>
                </a:lnTo>
                <a:lnTo>
                  <a:pt x="484422" y="798974"/>
                </a:lnTo>
                <a:lnTo>
                  <a:pt x="522326" y="774676"/>
                </a:lnTo>
                <a:lnTo>
                  <a:pt x="558953" y="748631"/>
                </a:lnTo>
                <a:lnTo>
                  <a:pt x="594245" y="720899"/>
                </a:lnTo>
                <a:lnTo>
                  <a:pt x="628142" y="691538"/>
                </a:lnTo>
                <a:lnTo>
                  <a:pt x="660587" y="660606"/>
                </a:lnTo>
                <a:lnTo>
                  <a:pt x="691520" y="628162"/>
                </a:lnTo>
                <a:lnTo>
                  <a:pt x="720883" y="594266"/>
                </a:lnTo>
                <a:lnTo>
                  <a:pt x="748616" y="558975"/>
                </a:lnTo>
                <a:lnTo>
                  <a:pt x="774663" y="522348"/>
                </a:lnTo>
                <a:lnTo>
                  <a:pt x="798962" y="484445"/>
                </a:lnTo>
                <a:lnTo>
                  <a:pt x="821457" y="445323"/>
                </a:lnTo>
                <a:lnTo>
                  <a:pt x="842088" y="405041"/>
                </a:lnTo>
                <a:lnTo>
                  <a:pt x="860796" y="363658"/>
                </a:lnTo>
                <a:lnTo>
                  <a:pt x="877524" y="321233"/>
                </a:lnTo>
                <a:lnTo>
                  <a:pt x="892211" y="277824"/>
                </a:lnTo>
                <a:lnTo>
                  <a:pt x="904800" y="233490"/>
                </a:lnTo>
                <a:lnTo>
                  <a:pt x="915232" y="188290"/>
                </a:lnTo>
                <a:lnTo>
                  <a:pt x="923447" y="142282"/>
                </a:lnTo>
                <a:lnTo>
                  <a:pt x="929388" y="95525"/>
                </a:lnTo>
                <a:lnTo>
                  <a:pt x="932996" y="48078"/>
                </a:lnTo>
                <a:lnTo>
                  <a:pt x="934212" y="0"/>
                </a:lnTo>
                <a:close/>
              </a:path>
            </a:pathLst>
          </a:custGeom>
          <a:solidFill>
            <a:srgbClr val="627083"/>
          </a:solidFill>
        </p:spPr>
        <p:txBody>
          <a:bodyPr wrap="square" lIns="0" tIns="0" rIns="0" bIns="0" rtlCol="0"/>
          <a:lstStyle/>
          <a:p/>
        </p:txBody>
      </p:sp>
      <p:sp>
        <p:nvSpPr>
          <p:cNvPr id="18" name="bg object 18"/>
          <p:cNvSpPr/>
          <p:nvPr/>
        </p:nvSpPr>
        <p:spPr>
          <a:xfrm>
            <a:off x="8868155" y="5591556"/>
            <a:ext cx="786765" cy="1266825"/>
          </a:xfrm>
          <a:custGeom>
            <a:avLst/>
            <a:rect l="l" t="t" r="r" b="b"/>
            <a:pathLst>
              <a:path w="786765" h="1266825">
                <a:moveTo>
                  <a:pt x="786384" y="0"/>
                </a:moveTo>
                <a:lnTo>
                  <a:pt x="705993" y="4051"/>
                </a:lnTo>
                <a:lnTo>
                  <a:pt x="658845" y="10279"/>
                </a:lnTo>
                <a:lnTo>
                  <a:pt x="612618" y="19248"/>
                </a:lnTo>
                <a:lnTo>
                  <a:pt x="567397" y="30873"/>
                </a:lnTo>
                <a:lnTo>
                  <a:pt x="523268" y="45068"/>
                </a:lnTo>
                <a:lnTo>
                  <a:pt x="480316" y="61748"/>
                </a:lnTo>
                <a:lnTo>
                  <a:pt x="438625" y="80827"/>
                </a:lnTo>
                <a:lnTo>
                  <a:pt x="398283" y="102220"/>
                </a:lnTo>
                <a:lnTo>
                  <a:pt x="359374" y="125843"/>
                </a:lnTo>
                <a:lnTo>
                  <a:pt x="321984" y="151609"/>
                </a:lnTo>
                <a:lnTo>
                  <a:pt x="286198" y="179433"/>
                </a:lnTo>
                <a:lnTo>
                  <a:pt x="252101" y="209231"/>
                </a:lnTo>
                <a:lnTo>
                  <a:pt x="219779" y="240916"/>
                </a:lnTo>
                <a:lnTo>
                  <a:pt x="189318" y="274403"/>
                </a:lnTo>
                <a:lnTo>
                  <a:pt x="160803" y="309608"/>
                </a:lnTo>
                <a:lnTo>
                  <a:pt x="134319" y="346444"/>
                </a:lnTo>
                <a:lnTo>
                  <a:pt x="109952" y="384827"/>
                </a:lnTo>
                <a:lnTo>
                  <a:pt x="87787" y="424671"/>
                </a:lnTo>
                <a:lnTo>
                  <a:pt x="67909" y="465891"/>
                </a:lnTo>
                <a:lnTo>
                  <a:pt x="50405" y="508401"/>
                </a:lnTo>
                <a:lnTo>
                  <a:pt x="35359" y="552117"/>
                </a:lnTo>
                <a:lnTo>
                  <a:pt x="22858" y="596952"/>
                </a:lnTo>
                <a:lnTo>
                  <a:pt x="12985" y="642822"/>
                </a:lnTo>
                <a:lnTo>
                  <a:pt x="5828" y="689641"/>
                </a:lnTo>
                <a:lnTo>
                  <a:pt x="1471" y="737325"/>
                </a:lnTo>
                <a:lnTo>
                  <a:pt x="0" y="785787"/>
                </a:lnTo>
                <a:lnTo>
                  <a:pt x="0" y="1266443"/>
                </a:lnTo>
                <a:lnTo>
                  <a:pt x="47907" y="1265009"/>
                </a:lnTo>
                <a:lnTo>
                  <a:pt x="95055" y="1260761"/>
                </a:lnTo>
                <a:lnTo>
                  <a:pt x="141361" y="1253783"/>
                </a:lnTo>
                <a:lnTo>
                  <a:pt x="186744" y="1244155"/>
                </a:lnTo>
                <a:lnTo>
                  <a:pt x="231120" y="1231961"/>
                </a:lnTo>
                <a:lnTo>
                  <a:pt x="274407" y="1217283"/>
                </a:lnTo>
                <a:lnTo>
                  <a:pt x="316524" y="1200202"/>
                </a:lnTo>
                <a:lnTo>
                  <a:pt x="357388" y="1180800"/>
                </a:lnTo>
                <a:lnTo>
                  <a:pt x="396917" y="1159161"/>
                </a:lnTo>
                <a:lnTo>
                  <a:pt x="435028" y="1135366"/>
                </a:lnTo>
                <a:lnTo>
                  <a:pt x="471640" y="1109498"/>
                </a:lnTo>
                <a:lnTo>
                  <a:pt x="506670" y="1081638"/>
                </a:lnTo>
                <a:lnTo>
                  <a:pt x="540036" y="1051869"/>
                </a:lnTo>
                <a:lnTo>
                  <a:pt x="571655" y="1020272"/>
                </a:lnTo>
                <a:lnTo>
                  <a:pt x="601446" y="986931"/>
                </a:lnTo>
                <a:lnTo>
                  <a:pt x="629327" y="951927"/>
                </a:lnTo>
                <a:lnTo>
                  <a:pt x="655214" y="915343"/>
                </a:lnTo>
                <a:lnTo>
                  <a:pt x="679026" y="877261"/>
                </a:lnTo>
                <a:lnTo>
                  <a:pt x="700681" y="837762"/>
                </a:lnTo>
                <a:lnTo>
                  <a:pt x="720096" y="796930"/>
                </a:lnTo>
                <a:lnTo>
                  <a:pt x="737189" y="754845"/>
                </a:lnTo>
                <a:lnTo>
                  <a:pt x="751878" y="711592"/>
                </a:lnTo>
                <a:lnTo>
                  <a:pt x="764081" y="667250"/>
                </a:lnTo>
                <a:lnTo>
                  <a:pt x="773715" y="621904"/>
                </a:lnTo>
                <a:lnTo>
                  <a:pt x="780698" y="575635"/>
                </a:lnTo>
                <a:lnTo>
                  <a:pt x="784948" y="528525"/>
                </a:lnTo>
                <a:lnTo>
                  <a:pt x="786384" y="480656"/>
                </a:lnTo>
                <a:lnTo>
                  <a:pt x="786384" y="0"/>
                </a:lnTo>
                <a:close/>
              </a:path>
            </a:pathLst>
          </a:custGeom>
          <a:solidFill>
            <a:srgbClr val="0068FF"/>
          </a:solidFill>
        </p:spPr>
        <p:txBody>
          <a:bodyPr wrap="square" lIns="0" tIns="0" rIns="0" bIns="0" rtlCol="0"/>
          <a:lstStyle/>
          <a:p/>
        </p:txBody>
      </p:sp>
      <p:sp>
        <p:nvSpPr>
          <p:cNvPr id="19" name="bg object 19"/>
          <p:cNvSpPr/>
          <p:nvPr/>
        </p:nvSpPr>
        <p:spPr>
          <a:xfrm>
            <a:off x="8081772" y="5591556"/>
            <a:ext cx="786765" cy="1266825"/>
          </a:xfrm>
          <a:custGeom>
            <a:avLst/>
            <a:rect l="l" t="t" r="r" b="b"/>
            <a:pathLst>
              <a:path w="786765" h="1266825">
                <a:moveTo>
                  <a:pt x="0" y="0"/>
                </a:moveTo>
                <a:lnTo>
                  <a:pt x="0" y="480656"/>
                </a:lnTo>
                <a:lnTo>
                  <a:pt x="1435" y="528525"/>
                </a:lnTo>
                <a:lnTo>
                  <a:pt x="5685" y="575635"/>
                </a:lnTo>
                <a:lnTo>
                  <a:pt x="12668" y="621904"/>
                </a:lnTo>
                <a:lnTo>
                  <a:pt x="22302" y="667250"/>
                </a:lnTo>
                <a:lnTo>
                  <a:pt x="34505" y="711592"/>
                </a:lnTo>
                <a:lnTo>
                  <a:pt x="49194" y="754845"/>
                </a:lnTo>
                <a:lnTo>
                  <a:pt x="66287" y="796930"/>
                </a:lnTo>
                <a:lnTo>
                  <a:pt x="85702" y="837762"/>
                </a:lnTo>
                <a:lnTo>
                  <a:pt x="107357" y="877261"/>
                </a:lnTo>
                <a:lnTo>
                  <a:pt x="131169" y="915343"/>
                </a:lnTo>
                <a:lnTo>
                  <a:pt x="157056" y="951927"/>
                </a:lnTo>
                <a:lnTo>
                  <a:pt x="184937" y="986931"/>
                </a:lnTo>
                <a:lnTo>
                  <a:pt x="214728" y="1020272"/>
                </a:lnTo>
                <a:lnTo>
                  <a:pt x="246347" y="1051869"/>
                </a:lnTo>
                <a:lnTo>
                  <a:pt x="279713" y="1081638"/>
                </a:lnTo>
                <a:lnTo>
                  <a:pt x="314743" y="1109498"/>
                </a:lnTo>
                <a:lnTo>
                  <a:pt x="351355" y="1135366"/>
                </a:lnTo>
                <a:lnTo>
                  <a:pt x="389466" y="1159161"/>
                </a:lnTo>
                <a:lnTo>
                  <a:pt x="428995" y="1180800"/>
                </a:lnTo>
                <a:lnTo>
                  <a:pt x="469859" y="1200202"/>
                </a:lnTo>
                <a:lnTo>
                  <a:pt x="511976" y="1217283"/>
                </a:lnTo>
                <a:lnTo>
                  <a:pt x="555263" y="1231961"/>
                </a:lnTo>
                <a:lnTo>
                  <a:pt x="599639" y="1244155"/>
                </a:lnTo>
                <a:lnTo>
                  <a:pt x="645022" y="1253783"/>
                </a:lnTo>
                <a:lnTo>
                  <a:pt x="691328" y="1260761"/>
                </a:lnTo>
                <a:lnTo>
                  <a:pt x="738476" y="1265009"/>
                </a:lnTo>
                <a:lnTo>
                  <a:pt x="786383" y="1266443"/>
                </a:lnTo>
                <a:lnTo>
                  <a:pt x="786383" y="785787"/>
                </a:lnTo>
                <a:lnTo>
                  <a:pt x="784912" y="737325"/>
                </a:lnTo>
                <a:lnTo>
                  <a:pt x="780555" y="689641"/>
                </a:lnTo>
                <a:lnTo>
                  <a:pt x="773398" y="642822"/>
                </a:lnTo>
                <a:lnTo>
                  <a:pt x="763525" y="596952"/>
                </a:lnTo>
                <a:lnTo>
                  <a:pt x="751024" y="552117"/>
                </a:lnTo>
                <a:lnTo>
                  <a:pt x="735978" y="508401"/>
                </a:lnTo>
                <a:lnTo>
                  <a:pt x="718474" y="465891"/>
                </a:lnTo>
                <a:lnTo>
                  <a:pt x="698596" y="424671"/>
                </a:lnTo>
                <a:lnTo>
                  <a:pt x="676431" y="384827"/>
                </a:lnTo>
                <a:lnTo>
                  <a:pt x="652064" y="346444"/>
                </a:lnTo>
                <a:lnTo>
                  <a:pt x="625580" y="309608"/>
                </a:lnTo>
                <a:lnTo>
                  <a:pt x="597065" y="274403"/>
                </a:lnTo>
                <a:lnTo>
                  <a:pt x="566604" y="240916"/>
                </a:lnTo>
                <a:lnTo>
                  <a:pt x="534282" y="209231"/>
                </a:lnTo>
                <a:lnTo>
                  <a:pt x="500185" y="179433"/>
                </a:lnTo>
                <a:lnTo>
                  <a:pt x="464399" y="151609"/>
                </a:lnTo>
                <a:lnTo>
                  <a:pt x="427009" y="125843"/>
                </a:lnTo>
                <a:lnTo>
                  <a:pt x="388100" y="102220"/>
                </a:lnTo>
                <a:lnTo>
                  <a:pt x="347758" y="80827"/>
                </a:lnTo>
                <a:lnTo>
                  <a:pt x="306067" y="61748"/>
                </a:lnTo>
                <a:lnTo>
                  <a:pt x="263115" y="45068"/>
                </a:lnTo>
                <a:lnTo>
                  <a:pt x="218986" y="30873"/>
                </a:lnTo>
                <a:lnTo>
                  <a:pt x="173765" y="19248"/>
                </a:lnTo>
                <a:lnTo>
                  <a:pt x="127538" y="10279"/>
                </a:lnTo>
                <a:lnTo>
                  <a:pt x="80391" y="4051"/>
                </a:lnTo>
                <a:lnTo>
                  <a:pt x="0" y="0"/>
                </a:lnTo>
                <a:close/>
              </a:path>
            </a:pathLst>
          </a:custGeom>
          <a:solidFill>
            <a:srgbClr val="44536A"/>
          </a:solidFill>
        </p:spPr>
        <p:txBody>
          <a:bodyPr wrap="square" lIns="0" tIns="0" rIns="0" bIns="0" rtlCol="0"/>
          <a:lstStyle/>
          <a:p/>
        </p:txBody>
      </p:sp>
      <p:sp>
        <p:nvSpPr>
          <p:cNvPr id="20" name="bg object 20"/>
          <p:cNvSpPr/>
          <p:nvPr/>
        </p:nvSpPr>
        <p:spPr>
          <a:xfrm>
            <a:off x="7410449" y="5179314"/>
            <a:ext cx="2574290" cy="1664335"/>
          </a:xfrm>
          <a:custGeom>
            <a:avLst/>
            <a:rect l="l" t="t" r="r" b="b"/>
            <a:pathLst>
              <a:path w="2574290" h="1664334">
                <a:moveTo>
                  <a:pt x="1287018" y="0"/>
                </a:moveTo>
                <a:lnTo>
                  <a:pt x="1229687" y="810"/>
                </a:lnTo>
                <a:lnTo>
                  <a:pt x="1172999" y="3220"/>
                </a:lnTo>
                <a:lnTo>
                  <a:pt x="1117006" y="7194"/>
                </a:lnTo>
                <a:lnTo>
                  <a:pt x="1061760" y="12699"/>
                </a:lnTo>
                <a:lnTo>
                  <a:pt x="1007312" y="19702"/>
                </a:lnTo>
                <a:lnTo>
                  <a:pt x="953717" y="28168"/>
                </a:lnTo>
                <a:lnTo>
                  <a:pt x="901025" y="38064"/>
                </a:lnTo>
                <a:lnTo>
                  <a:pt x="849289" y="49356"/>
                </a:lnTo>
                <a:lnTo>
                  <a:pt x="798562" y="62010"/>
                </a:lnTo>
                <a:lnTo>
                  <a:pt x="748896" y="75993"/>
                </a:lnTo>
                <a:lnTo>
                  <a:pt x="700343" y="91270"/>
                </a:lnTo>
                <a:lnTo>
                  <a:pt x="652955" y="107807"/>
                </a:lnTo>
                <a:lnTo>
                  <a:pt x="606784" y="125572"/>
                </a:lnTo>
                <a:lnTo>
                  <a:pt x="561884" y="144529"/>
                </a:lnTo>
                <a:lnTo>
                  <a:pt x="518306" y="164646"/>
                </a:lnTo>
                <a:lnTo>
                  <a:pt x="476103" y="185888"/>
                </a:lnTo>
                <a:lnTo>
                  <a:pt x="435326" y="208223"/>
                </a:lnTo>
                <a:lnTo>
                  <a:pt x="396029" y="231614"/>
                </a:lnTo>
                <a:lnTo>
                  <a:pt x="358263" y="256031"/>
                </a:lnTo>
                <a:lnTo>
                  <a:pt x="322081" y="281437"/>
                </a:lnTo>
                <a:lnTo>
                  <a:pt x="287536" y="307800"/>
                </a:lnTo>
                <a:lnTo>
                  <a:pt x="254678" y="335085"/>
                </a:lnTo>
                <a:lnTo>
                  <a:pt x="223562" y="363260"/>
                </a:lnTo>
                <a:lnTo>
                  <a:pt x="194238" y="392289"/>
                </a:lnTo>
                <a:lnTo>
                  <a:pt x="166760" y="422140"/>
                </a:lnTo>
                <a:lnTo>
                  <a:pt x="141179" y="452778"/>
                </a:lnTo>
                <a:lnTo>
                  <a:pt x="117549" y="484170"/>
                </a:lnTo>
                <a:lnTo>
                  <a:pt x="95921" y="516282"/>
                </a:lnTo>
                <a:lnTo>
                  <a:pt x="76347" y="549079"/>
                </a:lnTo>
                <a:lnTo>
                  <a:pt x="43573" y="616598"/>
                </a:lnTo>
                <a:lnTo>
                  <a:pt x="19644" y="686455"/>
                </a:lnTo>
                <a:lnTo>
                  <a:pt x="4980" y="758380"/>
                </a:lnTo>
                <a:lnTo>
                  <a:pt x="0" y="832104"/>
                </a:lnTo>
                <a:lnTo>
                  <a:pt x="1253" y="869169"/>
                </a:lnTo>
                <a:lnTo>
                  <a:pt x="11128" y="942020"/>
                </a:lnTo>
                <a:lnTo>
                  <a:pt x="30477" y="1012941"/>
                </a:lnTo>
                <a:lnTo>
                  <a:pt x="58880" y="1081659"/>
                </a:lnTo>
                <a:lnTo>
                  <a:pt x="95921" y="1147904"/>
                </a:lnTo>
                <a:lnTo>
                  <a:pt x="117549" y="1180015"/>
                </a:lnTo>
                <a:lnTo>
                  <a:pt x="141179" y="1211407"/>
                </a:lnTo>
                <a:lnTo>
                  <a:pt x="166760" y="1242045"/>
                </a:lnTo>
                <a:lnTo>
                  <a:pt x="194238" y="1271895"/>
                </a:lnTo>
                <a:lnTo>
                  <a:pt x="223562" y="1300925"/>
                </a:lnTo>
                <a:lnTo>
                  <a:pt x="254678" y="1329100"/>
                </a:lnTo>
                <a:lnTo>
                  <a:pt x="287536" y="1356386"/>
                </a:lnTo>
                <a:lnTo>
                  <a:pt x="322081" y="1382750"/>
                </a:lnTo>
                <a:lnTo>
                  <a:pt x="358263" y="1408157"/>
                </a:lnTo>
                <a:lnTo>
                  <a:pt x="396029" y="1432574"/>
                </a:lnTo>
                <a:lnTo>
                  <a:pt x="435326" y="1455967"/>
                </a:lnTo>
                <a:lnTo>
                  <a:pt x="476103" y="1478302"/>
                </a:lnTo>
                <a:lnTo>
                  <a:pt x="518306" y="1499546"/>
                </a:lnTo>
                <a:lnTo>
                  <a:pt x="561884" y="1519664"/>
                </a:lnTo>
                <a:lnTo>
                  <a:pt x="606784" y="1538623"/>
                </a:lnTo>
                <a:lnTo>
                  <a:pt x="652955" y="1556389"/>
                </a:lnTo>
                <a:lnTo>
                  <a:pt x="700343" y="1572928"/>
                </a:lnTo>
                <a:lnTo>
                  <a:pt x="748896" y="1588206"/>
                </a:lnTo>
                <a:lnTo>
                  <a:pt x="798562" y="1602190"/>
                </a:lnTo>
                <a:lnTo>
                  <a:pt x="849289" y="1614845"/>
                </a:lnTo>
                <a:lnTo>
                  <a:pt x="901025" y="1626138"/>
                </a:lnTo>
                <a:lnTo>
                  <a:pt x="953717" y="1636035"/>
                </a:lnTo>
                <a:lnTo>
                  <a:pt x="1007312" y="1644503"/>
                </a:lnTo>
                <a:lnTo>
                  <a:pt x="1061760" y="1651506"/>
                </a:lnTo>
                <a:lnTo>
                  <a:pt x="1117006" y="1657012"/>
                </a:lnTo>
                <a:lnTo>
                  <a:pt x="1172999" y="1660987"/>
                </a:lnTo>
                <a:lnTo>
                  <a:pt x="1229687" y="1663397"/>
                </a:lnTo>
                <a:lnTo>
                  <a:pt x="1287018" y="1664208"/>
                </a:lnTo>
                <a:lnTo>
                  <a:pt x="1344348" y="1663397"/>
                </a:lnTo>
                <a:lnTo>
                  <a:pt x="1401036" y="1660987"/>
                </a:lnTo>
                <a:lnTo>
                  <a:pt x="1457029" y="1657012"/>
                </a:lnTo>
                <a:lnTo>
                  <a:pt x="1512275" y="1651506"/>
                </a:lnTo>
                <a:lnTo>
                  <a:pt x="1566723" y="1644503"/>
                </a:lnTo>
                <a:lnTo>
                  <a:pt x="1620318" y="1636035"/>
                </a:lnTo>
                <a:lnTo>
                  <a:pt x="1673010" y="1626138"/>
                </a:lnTo>
                <a:lnTo>
                  <a:pt x="1724746" y="1614845"/>
                </a:lnTo>
                <a:lnTo>
                  <a:pt x="1775473" y="1602190"/>
                </a:lnTo>
                <a:lnTo>
                  <a:pt x="1825139" y="1588206"/>
                </a:lnTo>
                <a:lnTo>
                  <a:pt x="1873692" y="1572928"/>
                </a:lnTo>
                <a:lnTo>
                  <a:pt x="1921080" y="1556389"/>
                </a:lnTo>
                <a:lnTo>
                  <a:pt x="1967251" y="1538623"/>
                </a:lnTo>
                <a:lnTo>
                  <a:pt x="2012151" y="1519664"/>
                </a:lnTo>
                <a:lnTo>
                  <a:pt x="2055729" y="1499546"/>
                </a:lnTo>
                <a:lnTo>
                  <a:pt x="2097932" y="1478302"/>
                </a:lnTo>
                <a:lnTo>
                  <a:pt x="2138709" y="1455967"/>
                </a:lnTo>
                <a:lnTo>
                  <a:pt x="2178006" y="1432574"/>
                </a:lnTo>
                <a:lnTo>
                  <a:pt x="2215772" y="1408157"/>
                </a:lnTo>
                <a:lnTo>
                  <a:pt x="2251954" y="1382750"/>
                </a:lnTo>
                <a:lnTo>
                  <a:pt x="2286499" y="1356386"/>
                </a:lnTo>
                <a:lnTo>
                  <a:pt x="2319357" y="1329100"/>
                </a:lnTo>
                <a:lnTo>
                  <a:pt x="2350473" y="1300925"/>
                </a:lnTo>
                <a:lnTo>
                  <a:pt x="2379797" y="1271895"/>
                </a:lnTo>
                <a:lnTo>
                  <a:pt x="2407275" y="1242045"/>
                </a:lnTo>
                <a:lnTo>
                  <a:pt x="2432856" y="1211407"/>
                </a:lnTo>
                <a:lnTo>
                  <a:pt x="2456486" y="1180015"/>
                </a:lnTo>
                <a:lnTo>
                  <a:pt x="2478114" y="1147904"/>
                </a:lnTo>
                <a:lnTo>
                  <a:pt x="2497688" y="1115107"/>
                </a:lnTo>
                <a:lnTo>
                  <a:pt x="2530462" y="1047592"/>
                </a:lnTo>
                <a:lnTo>
                  <a:pt x="2554391" y="977739"/>
                </a:lnTo>
                <a:lnTo>
                  <a:pt x="2569055" y="905819"/>
                </a:lnTo>
                <a:lnTo>
                  <a:pt x="2574035" y="832104"/>
                </a:lnTo>
                <a:lnTo>
                  <a:pt x="2572782" y="795034"/>
                </a:lnTo>
                <a:lnTo>
                  <a:pt x="2562907" y="722176"/>
                </a:lnTo>
                <a:lnTo>
                  <a:pt x="2543558" y="651251"/>
                </a:lnTo>
                <a:lnTo>
                  <a:pt x="2515155" y="582529"/>
                </a:lnTo>
                <a:lnTo>
                  <a:pt x="2478114" y="516282"/>
                </a:lnTo>
                <a:lnTo>
                  <a:pt x="2456486" y="484170"/>
                </a:lnTo>
                <a:lnTo>
                  <a:pt x="2432856" y="452778"/>
                </a:lnTo>
                <a:lnTo>
                  <a:pt x="2407275" y="422140"/>
                </a:lnTo>
                <a:lnTo>
                  <a:pt x="2379797" y="392289"/>
                </a:lnTo>
                <a:lnTo>
                  <a:pt x="2350473" y="363260"/>
                </a:lnTo>
                <a:lnTo>
                  <a:pt x="2319357" y="335085"/>
                </a:lnTo>
                <a:lnTo>
                  <a:pt x="2286499" y="307800"/>
                </a:lnTo>
                <a:lnTo>
                  <a:pt x="2251954" y="281437"/>
                </a:lnTo>
                <a:lnTo>
                  <a:pt x="2215772" y="256031"/>
                </a:lnTo>
                <a:lnTo>
                  <a:pt x="2178006" y="231614"/>
                </a:lnTo>
                <a:lnTo>
                  <a:pt x="2138709" y="208223"/>
                </a:lnTo>
                <a:lnTo>
                  <a:pt x="2097932" y="185888"/>
                </a:lnTo>
                <a:lnTo>
                  <a:pt x="2055729" y="164646"/>
                </a:lnTo>
                <a:lnTo>
                  <a:pt x="2012151" y="144529"/>
                </a:lnTo>
                <a:lnTo>
                  <a:pt x="1967251" y="125572"/>
                </a:lnTo>
                <a:lnTo>
                  <a:pt x="1921080" y="107807"/>
                </a:lnTo>
                <a:lnTo>
                  <a:pt x="1873692" y="91270"/>
                </a:lnTo>
                <a:lnTo>
                  <a:pt x="1825139" y="75993"/>
                </a:lnTo>
                <a:lnTo>
                  <a:pt x="1775473" y="62010"/>
                </a:lnTo>
                <a:lnTo>
                  <a:pt x="1724746" y="49356"/>
                </a:lnTo>
                <a:lnTo>
                  <a:pt x="1673010" y="38064"/>
                </a:lnTo>
                <a:lnTo>
                  <a:pt x="1620318" y="28168"/>
                </a:lnTo>
                <a:lnTo>
                  <a:pt x="1566723" y="19702"/>
                </a:lnTo>
                <a:lnTo>
                  <a:pt x="1512275" y="12699"/>
                </a:lnTo>
                <a:lnTo>
                  <a:pt x="1457029" y="7194"/>
                </a:lnTo>
                <a:lnTo>
                  <a:pt x="1401036" y="3220"/>
                </a:lnTo>
                <a:lnTo>
                  <a:pt x="1344348" y="810"/>
                </a:lnTo>
                <a:lnTo>
                  <a:pt x="1287018" y="0"/>
                </a:lnTo>
                <a:close/>
              </a:path>
            </a:pathLst>
          </a:custGeom>
          <a:solidFill>
            <a:srgbClr val="FFFFFF"/>
          </a:solidFill>
        </p:spPr>
        <p:txBody>
          <a:bodyPr wrap="square" lIns="0" tIns="0" rIns="0" bIns="0" rtlCol="0"/>
          <a:lstStyle/>
          <a:p/>
        </p:txBody>
      </p:sp>
      <p:sp>
        <p:nvSpPr>
          <p:cNvPr id="21" name="bg object 21"/>
          <p:cNvSpPr/>
          <p:nvPr/>
        </p:nvSpPr>
        <p:spPr>
          <a:xfrm>
            <a:off x="7410449" y="5179314"/>
            <a:ext cx="2574290" cy="1664335"/>
          </a:xfrm>
          <a:custGeom>
            <a:avLst/>
            <a:rect l="l" t="t" r="r" b="b"/>
            <a:pathLst>
              <a:path w="2574290" h="1664334">
                <a:moveTo>
                  <a:pt x="0" y="832104"/>
                </a:moveTo>
                <a:lnTo>
                  <a:pt x="4980" y="758380"/>
                </a:lnTo>
                <a:lnTo>
                  <a:pt x="19644" y="686455"/>
                </a:lnTo>
                <a:lnTo>
                  <a:pt x="43573" y="616598"/>
                </a:lnTo>
                <a:lnTo>
                  <a:pt x="76347" y="549079"/>
                </a:lnTo>
                <a:lnTo>
                  <a:pt x="95921" y="516282"/>
                </a:lnTo>
                <a:lnTo>
                  <a:pt x="117549" y="484170"/>
                </a:lnTo>
                <a:lnTo>
                  <a:pt x="141179" y="452778"/>
                </a:lnTo>
                <a:lnTo>
                  <a:pt x="166760" y="422140"/>
                </a:lnTo>
                <a:lnTo>
                  <a:pt x="194238" y="392289"/>
                </a:lnTo>
                <a:lnTo>
                  <a:pt x="223562" y="363260"/>
                </a:lnTo>
                <a:lnTo>
                  <a:pt x="254678" y="335085"/>
                </a:lnTo>
                <a:lnTo>
                  <a:pt x="287536" y="307800"/>
                </a:lnTo>
                <a:lnTo>
                  <a:pt x="322081" y="281437"/>
                </a:lnTo>
                <a:lnTo>
                  <a:pt x="358263" y="256031"/>
                </a:lnTo>
                <a:lnTo>
                  <a:pt x="396029" y="231614"/>
                </a:lnTo>
                <a:lnTo>
                  <a:pt x="435326" y="208223"/>
                </a:lnTo>
                <a:lnTo>
                  <a:pt x="476103" y="185888"/>
                </a:lnTo>
                <a:lnTo>
                  <a:pt x="518306" y="164646"/>
                </a:lnTo>
                <a:lnTo>
                  <a:pt x="561884" y="144529"/>
                </a:lnTo>
                <a:lnTo>
                  <a:pt x="606784" y="125572"/>
                </a:lnTo>
                <a:lnTo>
                  <a:pt x="652955" y="107807"/>
                </a:lnTo>
                <a:lnTo>
                  <a:pt x="700343" y="91270"/>
                </a:lnTo>
                <a:lnTo>
                  <a:pt x="748896" y="75993"/>
                </a:lnTo>
                <a:lnTo>
                  <a:pt x="798562" y="62010"/>
                </a:lnTo>
                <a:lnTo>
                  <a:pt x="849289" y="49356"/>
                </a:lnTo>
                <a:lnTo>
                  <a:pt x="901025" y="38064"/>
                </a:lnTo>
                <a:lnTo>
                  <a:pt x="953717" y="28168"/>
                </a:lnTo>
                <a:lnTo>
                  <a:pt x="1007312" y="19702"/>
                </a:lnTo>
                <a:lnTo>
                  <a:pt x="1061760" y="12699"/>
                </a:lnTo>
                <a:lnTo>
                  <a:pt x="1117006" y="7194"/>
                </a:lnTo>
                <a:lnTo>
                  <a:pt x="1172999" y="3220"/>
                </a:lnTo>
                <a:lnTo>
                  <a:pt x="1229687" y="810"/>
                </a:lnTo>
                <a:lnTo>
                  <a:pt x="1287018" y="0"/>
                </a:lnTo>
                <a:lnTo>
                  <a:pt x="1344348" y="810"/>
                </a:lnTo>
                <a:lnTo>
                  <a:pt x="1401036" y="3220"/>
                </a:lnTo>
                <a:lnTo>
                  <a:pt x="1457029" y="7194"/>
                </a:lnTo>
                <a:lnTo>
                  <a:pt x="1512275" y="12699"/>
                </a:lnTo>
                <a:lnTo>
                  <a:pt x="1566723" y="19702"/>
                </a:lnTo>
                <a:lnTo>
                  <a:pt x="1620318" y="28168"/>
                </a:lnTo>
                <a:lnTo>
                  <a:pt x="1673010" y="38064"/>
                </a:lnTo>
                <a:lnTo>
                  <a:pt x="1724746" y="49356"/>
                </a:lnTo>
                <a:lnTo>
                  <a:pt x="1775473" y="62010"/>
                </a:lnTo>
                <a:lnTo>
                  <a:pt x="1825139" y="75993"/>
                </a:lnTo>
                <a:lnTo>
                  <a:pt x="1873692" y="91270"/>
                </a:lnTo>
                <a:lnTo>
                  <a:pt x="1921080" y="107807"/>
                </a:lnTo>
                <a:lnTo>
                  <a:pt x="1967251" y="125572"/>
                </a:lnTo>
                <a:lnTo>
                  <a:pt x="2012151" y="144529"/>
                </a:lnTo>
                <a:lnTo>
                  <a:pt x="2055729" y="164646"/>
                </a:lnTo>
                <a:lnTo>
                  <a:pt x="2097932" y="185888"/>
                </a:lnTo>
                <a:lnTo>
                  <a:pt x="2138709" y="208223"/>
                </a:lnTo>
                <a:lnTo>
                  <a:pt x="2178006" y="231614"/>
                </a:lnTo>
                <a:lnTo>
                  <a:pt x="2215772" y="256031"/>
                </a:lnTo>
                <a:lnTo>
                  <a:pt x="2251954" y="281437"/>
                </a:lnTo>
                <a:lnTo>
                  <a:pt x="2286499" y="307800"/>
                </a:lnTo>
                <a:lnTo>
                  <a:pt x="2319357" y="335085"/>
                </a:lnTo>
                <a:lnTo>
                  <a:pt x="2350473" y="363260"/>
                </a:lnTo>
                <a:lnTo>
                  <a:pt x="2379797" y="392289"/>
                </a:lnTo>
                <a:lnTo>
                  <a:pt x="2407275" y="422140"/>
                </a:lnTo>
                <a:lnTo>
                  <a:pt x="2432856" y="452778"/>
                </a:lnTo>
                <a:lnTo>
                  <a:pt x="2456486" y="484170"/>
                </a:lnTo>
                <a:lnTo>
                  <a:pt x="2478114" y="516282"/>
                </a:lnTo>
                <a:lnTo>
                  <a:pt x="2497688" y="549079"/>
                </a:lnTo>
                <a:lnTo>
                  <a:pt x="2530462" y="616598"/>
                </a:lnTo>
                <a:lnTo>
                  <a:pt x="2554391" y="686455"/>
                </a:lnTo>
                <a:lnTo>
                  <a:pt x="2569055" y="758380"/>
                </a:lnTo>
                <a:lnTo>
                  <a:pt x="2574035" y="832104"/>
                </a:lnTo>
                <a:lnTo>
                  <a:pt x="2572782" y="869169"/>
                </a:lnTo>
                <a:lnTo>
                  <a:pt x="2562907" y="942020"/>
                </a:lnTo>
                <a:lnTo>
                  <a:pt x="2543558" y="1012941"/>
                </a:lnTo>
                <a:lnTo>
                  <a:pt x="2515155" y="1081659"/>
                </a:lnTo>
                <a:lnTo>
                  <a:pt x="2478114" y="1147904"/>
                </a:lnTo>
                <a:lnTo>
                  <a:pt x="2456486" y="1180015"/>
                </a:lnTo>
                <a:lnTo>
                  <a:pt x="2432856" y="1211407"/>
                </a:lnTo>
                <a:lnTo>
                  <a:pt x="2407275" y="1242045"/>
                </a:lnTo>
                <a:lnTo>
                  <a:pt x="2379797" y="1271895"/>
                </a:lnTo>
                <a:lnTo>
                  <a:pt x="2350473" y="1300925"/>
                </a:lnTo>
                <a:lnTo>
                  <a:pt x="2319357" y="1329100"/>
                </a:lnTo>
                <a:lnTo>
                  <a:pt x="2286499" y="1356386"/>
                </a:lnTo>
                <a:lnTo>
                  <a:pt x="2251954" y="1382750"/>
                </a:lnTo>
                <a:lnTo>
                  <a:pt x="2215772" y="1408157"/>
                </a:lnTo>
                <a:lnTo>
                  <a:pt x="2178006" y="1432574"/>
                </a:lnTo>
                <a:lnTo>
                  <a:pt x="2138709" y="1455967"/>
                </a:lnTo>
                <a:lnTo>
                  <a:pt x="2097932" y="1478302"/>
                </a:lnTo>
                <a:lnTo>
                  <a:pt x="2055729" y="1499546"/>
                </a:lnTo>
                <a:lnTo>
                  <a:pt x="2012151" y="1519664"/>
                </a:lnTo>
                <a:lnTo>
                  <a:pt x="1967251" y="1538623"/>
                </a:lnTo>
                <a:lnTo>
                  <a:pt x="1921080" y="1556389"/>
                </a:lnTo>
                <a:lnTo>
                  <a:pt x="1873692" y="1572928"/>
                </a:lnTo>
                <a:lnTo>
                  <a:pt x="1825139" y="1588206"/>
                </a:lnTo>
                <a:lnTo>
                  <a:pt x="1775473" y="1602190"/>
                </a:lnTo>
                <a:lnTo>
                  <a:pt x="1724746" y="1614845"/>
                </a:lnTo>
                <a:lnTo>
                  <a:pt x="1673010" y="1626138"/>
                </a:lnTo>
                <a:lnTo>
                  <a:pt x="1620318" y="1636035"/>
                </a:lnTo>
                <a:lnTo>
                  <a:pt x="1566723" y="1644503"/>
                </a:lnTo>
                <a:lnTo>
                  <a:pt x="1512275" y="1651506"/>
                </a:lnTo>
                <a:lnTo>
                  <a:pt x="1457029" y="1657012"/>
                </a:lnTo>
                <a:lnTo>
                  <a:pt x="1401036" y="1660987"/>
                </a:lnTo>
                <a:lnTo>
                  <a:pt x="1344348" y="1663397"/>
                </a:lnTo>
                <a:lnTo>
                  <a:pt x="1287018" y="1664208"/>
                </a:lnTo>
                <a:lnTo>
                  <a:pt x="1229687" y="1663397"/>
                </a:lnTo>
                <a:lnTo>
                  <a:pt x="1172999" y="1660987"/>
                </a:lnTo>
                <a:lnTo>
                  <a:pt x="1117006" y="1657012"/>
                </a:lnTo>
                <a:lnTo>
                  <a:pt x="1061760" y="1651506"/>
                </a:lnTo>
                <a:lnTo>
                  <a:pt x="1007312" y="1644503"/>
                </a:lnTo>
                <a:lnTo>
                  <a:pt x="953717" y="1636035"/>
                </a:lnTo>
                <a:lnTo>
                  <a:pt x="901025" y="1626138"/>
                </a:lnTo>
                <a:lnTo>
                  <a:pt x="849289" y="1614845"/>
                </a:lnTo>
                <a:lnTo>
                  <a:pt x="798562" y="1602190"/>
                </a:lnTo>
                <a:lnTo>
                  <a:pt x="748896" y="1588206"/>
                </a:lnTo>
                <a:lnTo>
                  <a:pt x="700343" y="1572928"/>
                </a:lnTo>
                <a:lnTo>
                  <a:pt x="652955" y="1556389"/>
                </a:lnTo>
                <a:lnTo>
                  <a:pt x="606784" y="1538623"/>
                </a:lnTo>
                <a:lnTo>
                  <a:pt x="561884" y="1519664"/>
                </a:lnTo>
                <a:lnTo>
                  <a:pt x="518306" y="1499546"/>
                </a:lnTo>
                <a:lnTo>
                  <a:pt x="476103" y="1478302"/>
                </a:lnTo>
                <a:lnTo>
                  <a:pt x="435326" y="1455967"/>
                </a:lnTo>
                <a:lnTo>
                  <a:pt x="396029" y="1432574"/>
                </a:lnTo>
                <a:lnTo>
                  <a:pt x="358263" y="1408157"/>
                </a:lnTo>
                <a:lnTo>
                  <a:pt x="322081" y="1382750"/>
                </a:lnTo>
                <a:lnTo>
                  <a:pt x="287536" y="1356386"/>
                </a:lnTo>
                <a:lnTo>
                  <a:pt x="254678" y="1329100"/>
                </a:lnTo>
                <a:lnTo>
                  <a:pt x="223562" y="1300925"/>
                </a:lnTo>
                <a:lnTo>
                  <a:pt x="194238" y="1271895"/>
                </a:lnTo>
                <a:lnTo>
                  <a:pt x="166760" y="1242045"/>
                </a:lnTo>
                <a:lnTo>
                  <a:pt x="141179" y="1211407"/>
                </a:lnTo>
                <a:lnTo>
                  <a:pt x="117549" y="1180015"/>
                </a:lnTo>
                <a:lnTo>
                  <a:pt x="95921" y="1147904"/>
                </a:lnTo>
                <a:lnTo>
                  <a:pt x="76347" y="1115107"/>
                </a:lnTo>
                <a:lnTo>
                  <a:pt x="43573" y="1047592"/>
                </a:lnTo>
                <a:lnTo>
                  <a:pt x="19644" y="977739"/>
                </a:lnTo>
                <a:lnTo>
                  <a:pt x="4980" y="905819"/>
                </a:lnTo>
                <a:lnTo>
                  <a:pt x="0" y="832104"/>
                </a:lnTo>
                <a:close/>
              </a:path>
            </a:pathLst>
          </a:custGeom>
          <a:ln w="25400">
            <a:solidFill>
              <a:srgbClr val="FFFFFF"/>
            </a:solidFill>
          </a:ln>
        </p:spPr>
        <p:txBody>
          <a:bodyPr wrap="square" lIns="0" tIns="0" rIns="0" bIns="0" rtlCol="0"/>
          <a:lstStyle/>
          <a:p/>
        </p:txBody>
      </p:sp>
      <p:sp>
        <p:nvSpPr>
          <p:cNvPr id="2" name="Holder 2"/>
          <p:cNvSpPr>
            <a:spLocks noGrp="1" noEditPoints="1"/>
          </p:cNvSpPr>
          <p:nvPr>
            <p:ph type="title"/>
          </p:nvPr>
        </p:nvSpPr>
        <p:spPr/>
        <p:txBody>
          <a:bodyPr lIns="0" tIns="0" rIns="0" bIns="0"/>
          <a:lstStyle>
            <a:lvl1pPr>
              <a:defRPr sz="6000" b="1" i="0">
                <a:solidFill>
                  <a:schemeClr val="tx1"/>
                </a:solidFill>
                <a:latin typeface="Arial" pitchFamily="34" charset="0" panose="020B0604020202020204"/>
                <a:cs typeface="Arial" pitchFamily="34" charset="0" panose="020B0604020202020204"/>
              </a:defRPr>
            </a:lvl1pPr>
          </a:lstStyle>
          <a:p/>
        </p:txBody>
      </p:sp>
      <p:sp>
        <p:nvSpPr>
          <p:cNvPr id="3" name="Holder 3"/>
          <p:cNvSpPr>
            <a:spLocks noGrp="1" noEditPoints="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noEditPoints="1"/>
          </p:cNvSpPr>
          <p:nvPr>
            <p:ph type="dt" sz="half" idx="6"/>
          </p:nvPr>
        </p:nvSpPr>
        <p:spPr/>
        <p:txBody>
          <a:bodyPr lIns="0" tIns="0" rIns="0" bIns="0"/>
          <a:lstStyle>
            <a:lvl1pPr>
              <a:defRPr sz="1200" b="0" i="0">
                <a:solidFill>
                  <a:srgbClr val="627083"/>
                </a:solidFill>
                <a:latin typeface="Arial MT"/>
                <a:cs typeface="Arial MT"/>
              </a:defRPr>
            </a:lvl1pPr>
          </a:lstStyle>
          <a:p>
            <a:pPr marL="12700">
              <a:lnSpc>
                <a:spcPts val="1430"/>
              </a:lnSpc>
            </a:pPr>
            <a:r>
              <a:rPr spc="-5" dirty="0">
                <a:solidFill>
                  <a:srgbClr val="DAE4EE"/>
                </a:solidFill>
              </a:rPr>
              <a:t>15/02/2024</a:t>
            </a:r>
          </a:p>
        </p:txBody>
      </p:sp>
      <p:sp>
        <p:nvSpPr>
          <p:cNvPr id="5" name="Holder 5"/>
          <p:cNvSpPr>
            <a:spLocks noGrp="1" noEditPoints="1"/>
          </p:cNvSpPr>
          <p:nvPr>
            <p:ph type="sldNum" sz="quarter" idx="7"/>
          </p:nvPr>
        </p:nvSpPr>
        <p:spPr/>
        <p:txBody>
          <a:bodyPr lIns="0" tIns="0" rIns="0" bIns="0"/>
          <a:lstStyle>
            <a:lvl1pPr>
              <a:defRPr sz="1200" b="0" i="0">
                <a:solidFill>
                  <a:srgbClr val="DAE4EE"/>
                </a:solidFill>
                <a:latin typeface="Arial MT"/>
                <a:cs typeface="Arial MT"/>
              </a:defRPr>
            </a:lvl1pPr>
          </a:lstStyle>
          <a:p>
            <a:pPr marL="38100">
              <a:lnSpc>
                <a:spcPts val="143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noEditPoints="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noEditPoints="1"/>
          </p:cNvSpPr>
          <p:nvPr>
            <p:ph type="dt" sz="half" idx="6"/>
          </p:nvPr>
        </p:nvSpPr>
        <p:spPr/>
        <p:txBody>
          <a:bodyPr lIns="0" tIns="0" rIns="0" bIns="0"/>
          <a:lstStyle>
            <a:lvl1pPr>
              <a:defRPr sz="1200" b="0" i="0">
                <a:solidFill>
                  <a:srgbClr val="627083"/>
                </a:solidFill>
                <a:latin typeface="Arial MT"/>
                <a:cs typeface="Arial MT"/>
              </a:defRPr>
            </a:lvl1pPr>
          </a:lstStyle>
          <a:p>
            <a:pPr marL="12700">
              <a:lnSpc>
                <a:spcPts val="1430"/>
              </a:lnSpc>
            </a:pPr>
            <a:r>
              <a:rPr spc="-5" dirty="0">
                <a:solidFill>
                  <a:srgbClr val="DAE4EE"/>
                </a:solidFill>
              </a:rPr>
              <a:t>15/02/2024</a:t>
            </a:r>
          </a:p>
        </p:txBody>
      </p:sp>
      <p:sp>
        <p:nvSpPr>
          <p:cNvPr id="4" name="Holder 4"/>
          <p:cNvSpPr>
            <a:spLocks noGrp="1" noEditPoints="1"/>
          </p:cNvSpPr>
          <p:nvPr>
            <p:ph type="sldNum" sz="quarter" idx="7"/>
          </p:nvPr>
        </p:nvSpPr>
        <p:spPr/>
        <p:txBody>
          <a:bodyPr lIns="0" tIns="0" rIns="0" bIns="0"/>
          <a:lstStyle>
            <a:lvl1pPr>
              <a:defRPr sz="1200" b="0" i="0">
                <a:solidFill>
                  <a:srgbClr val="DAE4EE"/>
                </a:solidFill>
                <a:latin typeface="Arial MT"/>
                <a:cs typeface="Arial MT"/>
              </a:defRPr>
            </a:lvl1pPr>
          </a:lstStyle>
          <a:p>
            <a:pPr marL="38100">
              <a:lnSpc>
                <a:spcPts val="143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16" name="bg object 16"/>
          <p:cNvSpPr/>
          <p:nvPr/>
        </p:nvSpPr>
        <p:spPr>
          <a:xfrm>
            <a:off x="8581644" y="0"/>
            <a:ext cx="3610610" cy="6858000"/>
          </a:xfrm>
          <a:custGeom>
            <a:avLst/>
            <a:rect l="l" t="t" r="r" b="b"/>
            <a:pathLst>
              <a:path w="3610609" h="6858000">
                <a:moveTo>
                  <a:pt x="3610356" y="0"/>
                </a:moveTo>
                <a:lnTo>
                  <a:pt x="0" y="0"/>
                </a:lnTo>
                <a:lnTo>
                  <a:pt x="48158" y="317"/>
                </a:lnTo>
                <a:lnTo>
                  <a:pt x="96177" y="1257"/>
                </a:lnTo>
                <a:lnTo>
                  <a:pt x="144030" y="2832"/>
                </a:lnTo>
                <a:lnTo>
                  <a:pt x="191731" y="5016"/>
                </a:lnTo>
                <a:lnTo>
                  <a:pt x="239268" y="7810"/>
                </a:lnTo>
                <a:lnTo>
                  <a:pt x="286639" y="11214"/>
                </a:lnTo>
                <a:lnTo>
                  <a:pt x="333844" y="15240"/>
                </a:lnTo>
                <a:lnTo>
                  <a:pt x="380860" y="19862"/>
                </a:lnTo>
                <a:lnTo>
                  <a:pt x="427710" y="25082"/>
                </a:lnTo>
                <a:lnTo>
                  <a:pt x="474370" y="30899"/>
                </a:lnTo>
                <a:lnTo>
                  <a:pt x="520852" y="37299"/>
                </a:lnTo>
                <a:lnTo>
                  <a:pt x="567143" y="44297"/>
                </a:lnTo>
                <a:lnTo>
                  <a:pt x="613232" y="51879"/>
                </a:lnTo>
                <a:lnTo>
                  <a:pt x="659130" y="60032"/>
                </a:lnTo>
                <a:lnTo>
                  <a:pt x="704824" y="68770"/>
                </a:lnTo>
                <a:lnTo>
                  <a:pt x="750316" y="78079"/>
                </a:lnTo>
                <a:lnTo>
                  <a:pt x="795591" y="87960"/>
                </a:lnTo>
                <a:lnTo>
                  <a:pt x="840651" y="98399"/>
                </a:lnTo>
                <a:lnTo>
                  <a:pt x="885507" y="109397"/>
                </a:lnTo>
                <a:lnTo>
                  <a:pt x="930122" y="120967"/>
                </a:lnTo>
                <a:lnTo>
                  <a:pt x="974534" y="133070"/>
                </a:lnTo>
                <a:lnTo>
                  <a:pt x="1018705" y="145732"/>
                </a:lnTo>
                <a:lnTo>
                  <a:pt x="1062634" y="158940"/>
                </a:lnTo>
                <a:lnTo>
                  <a:pt x="1106335" y="172681"/>
                </a:lnTo>
                <a:lnTo>
                  <a:pt x="1149807" y="186969"/>
                </a:lnTo>
                <a:lnTo>
                  <a:pt x="1193012" y="201790"/>
                </a:lnTo>
                <a:lnTo>
                  <a:pt x="1235989" y="217131"/>
                </a:lnTo>
                <a:lnTo>
                  <a:pt x="1278699" y="233006"/>
                </a:lnTo>
                <a:lnTo>
                  <a:pt x="1321155" y="249402"/>
                </a:lnTo>
                <a:lnTo>
                  <a:pt x="1363357" y="266306"/>
                </a:lnTo>
                <a:lnTo>
                  <a:pt x="1405293" y="283730"/>
                </a:lnTo>
                <a:lnTo>
                  <a:pt x="1446949" y="301663"/>
                </a:lnTo>
                <a:lnTo>
                  <a:pt x="1488351" y="320103"/>
                </a:lnTo>
                <a:lnTo>
                  <a:pt x="1529461" y="339051"/>
                </a:lnTo>
                <a:lnTo>
                  <a:pt x="1570304" y="358495"/>
                </a:lnTo>
                <a:lnTo>
                  <a:pt x="1610855" y="378421"/>
                </a:lnTo>
                <a:lnTo>
                  <a:pt x="1651127" y="398856"/>
                </a:lnTo>
                <a:lnTo>
                  <a:pt x="1691093" y="419760"/>
                </a:lnTo>
                <a:lnTo>
                  <a:pt x="1730781" y="441159"/>
                </a:lnTo>
                <a:lnTo>
                  <a:pt x="1770151" y="463029"/>
                </a:lnTo>
                <a:lnTo>
                  <a:pt x="1809229" y="485381"/>
                </a:lnTo>
                <a:lnTo>
                  <a:pt x="1848002" y="508203"/>
                </a:lnTo>
                <a:lnTo>
                  <a:pt x="1886458" y="531482"/>
                </a:lnTo>
                <a:lnTo>
                  <a:pt x="1924608" y="555231"/>
                </a:lnTo>
                <a:lnTo>
                  <a:pt x="1962429" y="579450"/>
                </a:lnTo>
                <a:lnTo>
                  <a:pt x="1999932" y="604113"/>
                </a:lnTo>
                <a:lnTo>
                  <a:pt x="2037105" y="629221"/>
                </a:lnTo>
                <a:lnTo>
                  <a:pt x="2073948" y="654786"/>
                </a:lnTo>
                <a:lnTo>
                  <a:pt x="2110460" y="680796"/>
                </a:lnTo>
                <a:lnTo>
                  <a:pt x="2146630" y="707237"/>
                </a:lnTo>
                <a:lnTo>
                  <a:pt x="2182457" y="734123"/>
                </a:lnTo>
                <a:lnTo>
                  <a:pt x="2217940" y="761441"/>
                </a:lnTo>
                <a:lnTo>
                  <a:pt x="2253081" y="789178"/>
                </a:lnTo>
                <a:lnTo>
                  <a:pt x="2287854" y="817346"/>
                </a:lnTo>
                <a:lnTo>
                  <a:pt x="2322284" y="845934"/>
                </a:lnTo>
                <a:lnTo>
                  <a:pt x="2356345" y="874928"/>
                </a:lnTo>
                <a:lnTo>
                  <a:pt x="2390038" y="904341"/>
                </a:lnTo>
                <a:lnTo>
                  <a:pt x="2423363" y="934173"/>
                </a:lnTo>
                <a:lnTo>
                  <a:pt x="2456307" y="964399"/>
                </a:lnTo>
                <a:lnTo>
                  <a:pt x="2488882" y="995032"/>
                </a:lnTo>
                <a:lnTo>
                  <a:pt x="2521077" y="1026058"/>
                </a:lnTo>
                <a:lnTo>
                  <a:pt x="2552890" y="1057465"/>
                </a:lnTo>
                <a:lnTo>
                  <a:pt x="2584297" y="1089279"/>
                </a:lnTo>
                <a:lnTo>
                  <a:pt x="2615323" y="1121473"/>
                </a:lnTo>
                <a:lnTo>
                  <a:pt x="2645956" y="1154049"/>
                </a:lnTo>
                <a:lnTo>
                  <a:pt x="2676182" y="1186992"/>
                </a:lnTo>
                <a:lnTo>
                  <a:pt x="2706014" y="1220317"/>
                </a:lnTo>
                <a:lnTo>
                  <a:pt x="2735427" y="1254010"/>
                </a:lnTo>
                <a:lnTo>
                  <a:pt x="2764421" y="1288072"/>
                </a:lnTo>
                <a:lnTo>
                  <a:pt x="2793009" y="1322501"/>
                </a:lnTo>
                <a:lnTo>
                  <a:pt x="2821178" y="1357274"/>
                </a:lnTo>
                <a:lnTo>
                  <a:pt x="2848914" y="1392415"/>
                </a:lnTo>
                <a:lnTo>
                  <a:pt x="2876232" y="1427899"/>
                </a:lnTo>
                <a:lnTo>
                  <a:pt x="2903118" y="1463725"/>
                </a:lnTo>
                <a:lnTo>
                  <a:pt x="2929559" y="1499895"/>
                </a:lnTo>
                <a:lnTo>
                  <a:pt x="2955569" y="1536407"/>
                </a:lnTo>
                <a:lnTo>
                  <a:pt x="2981134" y="1573250"/>
                </a:lnTo>
                <a:lnTo>
                  <a:pt x="3006242" y="1610423"/>
                </a:lnTo>
                <a:lnTo>
                  <a:pt x="3030905" y="1647926"/>
                </a:lnTo>
                <a:lnTo>
                  <a:pt x="3055124" y="1685747"/>
                </a:lnTo>
                <a:lnTo>
                  <a:pt x="3078873" y="1723898"/>
                </a:lnTo>
                <a:lnTo>
                  <a:pt x="3102152" y="1762353"/>
                </a:lnTo>
                <a:lnTo>
                  <a:pt x="3124974" y="1801126"/>
                </a:lnTo>
                <a:lnTo>
                  <a:pt x="3147326" y="1840204"/>
                </a:lnTo>
                <a:lnTo>
                  <a:pt x="3169196" y="1879574"/>
                </a:lnTo>
                <a:lnTo>
                  <a:pt x="3190595" y="1919262"/>
                </a:lnTo>
                <a:lnTo>
                  <a:pt x="3211499" y="1959229"/>
                </a:lnTo>
                <a:lnTo>
                  <a:pt x="3231934" y="1999500"/>
                </a:lnTo>
                <a:lnTo>
                  <a:pt x="3251860" y="2040051"/>
                </a:lnTo>
                <a:lnTo>
                  <a:pt x="3271304" y="2080895"/>
                </a:lnTo>
                <a:lnTo>
                  <a:pt x="3290252" y="2122005"/>
                </a:lnTo>
                <a:lnTo>
                  <a:pt x="3308693" y="2163407"/>
                </a:lnTo>
                <a:lnTo>
                  <a:pt x="3326625" y="2205063"/>
                </a:lnTo>
                <a:lnTo>
                  <a:pt x="3344049" y="2246998"/>
                </a:lnTo>
                <a:lnTo>
                  <a:pt x="3360953" y="2289200"/>
                </a:lnTo>
                <a:lnTo>
                  <a:pt x="3377349" y="2331656"/>
                </a:lnTo>
                <a:lnTo>
                  <a:pt x="3393224" y="2374366"/>
                </a:lnTo>
                <a:lnTo>
                  <a:pt x="3408565" y="2417343"/>
                </a:lnTo>
                <a:lnTo>
                  <a:pt x="3423386" y="2460548"/>
                </a:lnTo>
                <a:lnTo>
                  <a:pt x="3437674" y="2504021"/>
                </a:lnTo>
                <a:lnTo>
                  <a:pt x="3451415" y="2547721"/>
                </a:lnTo>
                <a:lnTo>
                  <a:pt x="3464623" y="2591651"/>
                </a:lnTo>
                <a:lnTo>
                  <a:pt x="3477285" y="2635821"/>
                </a:lnTo>
                <a:lnTo>
                  <a:pt x="3489388" y="2680233"/>
                </a:lnTo>
                <a:lnTo>
                  <a:pt x="3500958" y="2724848"/>
                </a:lnTo>
                <a:lnTo>
                  <a:pt x="3511956" y="2769705"/>
                </a:lnTo>
                <a:lnTo>
                  <a:pt x="3522395" y="2814764"/>
                </a:lnTo>
                <a:lnTo>
                  <a:pt x="3532276" y="2860040"/>
                </a:lnTo>
                <a:lnTo>
                  <a:pt x="3541585" y="2905531"/>
                </a:lnTo>
                <a:lnTo>
                  <a:pt x="3550323" y="2951226"/>
                </a:lnTo>
                <a:lnTo>
                  <a:pt x="3558476" y="2997123"/>
                </a:lnTo>
                <a:lnTo>
                  <a:pt x="3566058" y="3043212"/>
                </a:lnTo>
                <a:lnTo>
                  <a:pt x="3573056" y="3089503"/>
                </a:lnTo>
                <a:lnTo>
                  <a:pt x="3579457" y="3135985"/>
                </a:lnTo>
                <a:lnTo>
                  <a:pt x="3585273" y="3182645"/>
                </a:lnTo>
                <a:lnTo>
                  <a:pt x="3590493" y="3229495"/>
                </a:lnTo>
                <a:lnTo>
                  <a:pt x="3595116" y="3276511"/>
                </a:lnTo>
                <a:lnTo>
                  <a:pt x="3599142" y="3323717"/>
                </a:lnTo>
                <a:lnTo>
                  <a:pt x="3602545" y="3371088"/>
                </a:lnTo>
                <a:lnTo>
                  <a:pt x="3605339" y="3418624"/>
                </a:lnTo>
                <a:lnTo>
                  <a:pt x="3605809" y="3429012"/>
                </a:lnTo>
                <a:lnTo>
                  <a:pt x="3605339" y="3439388"/>
                </a:lnTo>
                <a:lnTo>
                  <a:pt x="3602545" y="3486924"/>
                </a:lnTo>
                <a:lnTo>
                  <a:pt x="3599142" y="3534295"/>
                </a:lnTo>
                <a:lnTo>
                  <a:pt x="3595116" y="3581501"/>
                </a:lnTo>
                <a:lnTo>
                  <a:pt x="3590493" y="3628517"/>
                </a:lnTo>
                <a:lnTo>
                  <a:pt x="3585273" y="3675367"/>
                </a:lnTo>
                <a:lnTo>
                  <a:pt x="3579457" y="3722027"/>
                </a:lnTo>
                <a:lnTo>
                  <a:pt x="3573056" y="3768509"/>
                </a:lnTo>
                <a:lnTo>
                  <a:pt x="3566058" y="3814800"/>
                </a:lnTo>
                <a:lnTo>
                  <a:pt x="3558476" y="3860889"/>
                </a:lnTo>
                <a:lnTo>
                  <a:pt x="3550323" y="3906786"/>
                </a:lnTo>
                <a:lnTo>
                  <a:pt x="3541585" y="3952481"/>
                </a:lnTo>
                <a:lnTo>
                  <a:pt x="3532276" y="3997972"/>
                </a:lnTo>
                <a:lnTo>
                  <a:pt x="3522395" y="4043248"/>
                </a:lnTo>
                <a:lnTo>
                  <a:pt x="3511956" y="4088307"/>
                </a:lnTo>
                <a:lnTo>
                  <a:pt x="3500958" y="4133164"/>
                </a:lnTo>
                <a:lnTo>
                  <a:pt x="3489388" y="4177779"/>
                </a:lnTo>
                <a:lnTo>
                  <a:pt x="3477285" y="4222191"/>
                </a:lnTo>
                <a:lnTo>
                  <a:pt x="3464623" y="4266362"/>
                </a:lnTo>
                <a:lnTo>
                  <a:pt x="3451415" y="4310291"/>
                </a:lnTo>
                <a:lnTo>
                  <a:pt x="3437674" y="4353992"/>
                </a:lnTo>
                <a:lnTo>
                  <a:pt x="3423386" y="4397464"/>
                </a:lnTo>
                <a:lnTo>
                  <a:pt x="3408565" y="4440669"/>
                </a:lnTo>
                <a:lnTo>
                  <a:pt x="3393224" y="4483646"/>
                </a:lnTo>
                <a:lnTo>
                  <a:pt x="3377349" y="4526356"/>
                </a:lnTo>
                <a:lnTo>
                  <a:pt x="3360953" y="4568812"/>
                </a:lnTo>
                <a:lnTo>
                  <a:pt x="3344049" y="4611014"/>
                </a:lnTo>
                <a:lnTo>
                  <a:pt x="3326625" y="4652950"/>
                </a:lnTo>
                <a:lnTo>
                  <a:pt x="3308693" y="4694606"/>
                </a:lnTo>
                <a:lnTo>
                  <a:pt x="3290252" y="4736008"/>
                </a:lnTo>
                <a:lnTo>
                  <a:pt x="3271304" y="4777117"/>
                </a:lnTo>
                <a:lnTo>
                  <a:pt x="3251860" y="4817961"/>
                </a:lnTo>
                <a:lnTo>
                  <a:pt x="3231934" y="4858512"/>
                </a:lnTo>
                <a:lnTo>
                  <a:pt x="3211499" y="4898783"/>
                </a:lnTo>
                <a:lnTo>
                  <a:pt x="3190595" y="4938750"/>
                </a:lnTo>
                <a:lnTo>
                  <a:pt x="3169196" y="4978438"/>
                </a:lnTo>
                <a:lnTo>
                  <a:pt x="3147326" y="5017808"/>
                </a:lnTo>
                <a:lnTo>
                  <a:pt x="3124974" y="5056886"/>
                </a:lnTo>
                <a:lnTo>
                  <a:pt x="3102152" y="5095659"/>
                </a:lnTo>
                <a:lnTo>
                  <a:pt x="3078873" y="5134114"/>
                </a:lnTo>
                <a:lnTo>
                  <a:pt x="3055124" y="5172265"/>
                </a:lnTo>
                <a:lnTo>
                  <a:pt x="3030905" y="5210086"/>
                </a:lnTo>
                <a:lnTo>
                  <a:pt x="3006242" y="5247589"/>
                </a:lnTo>
                <a:lnTo>
                  <a:pt x="2981134" y="5284762"/>
                </a:lnTo>
                <a:lnTo>
                  <a:pt x="2955569" y="5321605"/>
                </a:lnTo>
                <a:lnTo>
                  <a:pt x="2929559" y="5358117"/>
                </a:lnTo>
                <a:lnTo>
                  <a:pt x="2903118" y="5394287"/>
                </a:lnTo>
                <a:lnTo>
                  <a:pt x="2876232" y="5430113"/>
                </a:lnTo>
                <a:lnTo>
                  <a:pt x="2848914" y="5465597"/>
                </a:lnTo>
                <a:lnTo>
                  <a:pt x="2821178" y="5500738"/>
                </a:lnTo>
                <a:lnTo>
                  <a:pt x="2793009" y="5535511"/>
                </a:lnTo>
                <a:lnTo>
                  <a:pt x="2764421" y="5569940"/>
                </a:lnTo>
                <a:lnTo>
                  <a:pt x="2735427" y="5604002"/>
                </a:lnTo>
                <a:lnTo>
                  <a:pt x="2706014" y="5637695"/>
                </a:lnTo>
                <a:lnTo>
                  <a:pt x="2676182" y="5671020"/>
                </a:lnTo>
                <a:lnTo>
                  <a:pt x="2645956" y="5703963"/>
                </a:lnTo>
                <a:lnTo>
                  <a:pt x="2615323" y="5736539"/>
                </a:lnTo>
                <a:lnTo>
                  <a:pt x="2584297" y="5768733"/>
                </a:lnTo>
                <a:lnTo>
                  <a:pt x="2552890" y="5800534"/>
                </a:lnTo>
                <a:lnTo>
                  <a:pt x="2521077" y="5831954"/>
                </a:lnTo>
                <a:lnTo>
                  <a:pt x="2488882" y="5862980"/>
                </a:lnTo>
                <a:lnTo>
                  <a:pt x="2456307" y="5893613"/>
                </a:lnTo>
                <a:lnTo>
                  <a:pt x="2423363" y="5923839"/>
                </a:lnTo>
                <a:lnTo>
                  <a:pt x="2390038" y="5953671"/>
                </a:lnTo>
                <a:lnTo>
                  <a:pt x="2356345" y="5983084"/>
                </a:lnTo>
                <a:lnTo>
                  <a:pt x="2322284" y="6012078"/>
                </a:lnTo>
                <a:lnTo>
                  <a:pt x="2287854" y="6040666"/>
                </a:lnTo>
                <a:lnTo>
                  <a:pt x="2253081" y="6068834"/>
                </a:lnTo>
                <a:lnTo>
                  <a:pt x="2217940" y="6096571"/>
                </a:lnTo>
                <a:lnTo>
                  <a:pt x="2182457" y="6123889"/>
                </a:lnTo>
                <a:lnTo>
                  <a:pt x="2146630" y="6150775"/>
                </a:lnTo>
                <a:lnTo>
                  <a:pt x="2110460" y="6177216"/>
                </a:lnTo>
                <a:lnTo>
                  <a:pt x="2073948" y="6203226"/>
                </a:lnTo>
                <a:lnTo>
                  <a:pt x="2037105" y="6228791"/>
                </a:lnTo>
                <a:lnTo>
                  <a:pt x="1999932" y="6253899"/>
                </a:lnTo>
                <a:lnTo>
                  <a:pt x="1962429" y="6278562"/>
                </a:lnTo>
                <a:lnTo>
                  <a:pt x="1924608" y="6302781"/>
                </a:lnTo>
                <a:lnTo>
                  <a:pt x="1886458" y="6326530"/>
                </a:lnTo>
                <a:lnTo>
                  <a:pt x="1848002" y="6349809"/>
                </a:lnTo>
                <a:lnTo>
                  <a:pt x="1809229" y="6372631"/>
                </a:lnTo>
                <a:lnTo>
                  <a:pt x="1770151" y="6394983"/>
                </a:lnTo>
                <a:lnTo>
                  <a:pt x="1730781" y="6416853"/>
                </a:lnTo>
                <a:lnTo>
                  <a:pt x="1691093" y="6438252"/>
                </a:lnTo>
                <a:lnTo>
                  <a:pt x="1651127" y="6459156"/>
                </a:lnTo>
                <a:lnTo>
                  <a:pt x="1610855" y="6479591"/>
                </a:lnTo>
                <a:lnTo>
                  <a:pt x="1570304" y="6499517"/>
                </a:lnTo>
                <a:lnTo>
                  <a:pt x="1529461" y="6518961"/>
                </a:lnTo>
                <a:lnTo>
                  <a:pt x="1488351" y="6537909"/>
                </a:lnTo>
                <a:lnTo>
                  <a:pt x="1446949" y="6556349"/>
                </a:lnTo>
                <a:lnTo>
                  <a:pt x="1405293" y="6574282"/>
                </a:lnTo>
                <a:lnTo>
                  <a:pt x="1363357" y="6591706"/>
                </a:lnTo>
                <a:lnTo>
                  <a:pt x="1321155" y="6608610"/>
                </a:lnTo>
                <a:lnTo>
                  <a:pt x="1278699" y="6625006"/>
                </a:lnTo>
                <a:lnTo>
                  <a:pt x="1235989" y="6640881"/>
                </a:lnTo>
                <a:lnTo>
                  <a:pt x="1193012" y="6656222"/>
                </a:lnTo>
                <a:lnTo>
                  <a:pt x="1149807" y="6671043"/>
                </a:lnTo>
                <a:lnTo>
                  <a:pt x="1106335" y="6685331"/>
                </a:lnTo>
                <a:lnTo>
                  <a:pt x="1062634" y="6699072"/>
                </a:lnTo>
                <a:lnTo>
                  <a:pt x="1018705" y="6712280"/>
                </a:lnTo>
                <a:lnTo>
                  <a:pt x="974534" y="6724942"/>
                </a:lnTo>
                <a:lnTo>
                  <a:pt x="930122" y="6737045"/>
                </a:lnTo>
                <a:lnTo>
                  <a:pt x="885507" y="6748615"/>
                </a:lnTo>
                <a:lnTo>
                  <a:pt x="840651" y="6759613"/>
                </a:lnTo>
                <a:lnTo>
                  <a:pt x="795591" y="6770052"/>
                </a:lnTo>
                <a:lnTo>
                  <a:pt x="750316" y="6779933"/>
                </a:lnTo>
                <a:lnTo>
                  <a:pt x="704824" y="6789242"/>
                </a:lnTo>
                <a:lnTo>
                  <a:pt x="659130" y="6797967"/>
                </a:lnTo>
                <a:lnTo>
                  <a:pt x="613232" y="6806133"/>
                </a:lnTo>
                <a:lnTo>
                  <a:pt x="567143" y="6813715"/>
                </a:lnTo>
                <a:lnTo>
                  <a:pt x="520852" y="6820713"/>
                </a:lnTo>
                <a:lnTo>
                  <a:pt x="474370" y="6827113"/>
                </a:lnTo>
                <a:lnTo>
                  <a:pt x="427710" y="6832930"/>
                </a:lnTo>
                <a:lnTo>
                  <a:pt x="380860" y="6838150"/>
                </a:lnTo>
                <a:lnTo>
                  <a:pt x="333844" y="6842773"/>
                </a:lnTo>
                <a:lnTo>
                  <a:pt x="286639" y="6846786"/>
                </a:lnTo>
                <a:lnTo>
                  <a:pt x="239268" y="6850202"/>
                </a:lnTo>
                <a:lnTo>
                  <a:pt x="191731" y="6852996"/>
                </a:lnTo>
                <a:lnTo>
                  <a:pt x="144030" y="6855180"/>
                </a:lnTo>
                <a:lnTo>
                  <a:pt x="96177" y="6856755"/>
                </a:lnTo>
                <a:lnTo>
                  <a:pt x="48158" y="6857695"/>
                </a:lnTo>
                <a:lnTo>
                  <a:pt x="0" y="6858000"/>
                </a:lnTo>
                <a:lnTo>
                  <a:pt x="3610356" y="6858000"/>
                </a:lnTo>
                <a:lnTo>
                  <a:pt x="3610356" y="3610356"/>
                </a:lnTo>
                <a:lnTo>
                  <a:pt x="3610356" y="3247644"/>
                </a:lnTo>
                <a:lnTo>
                  <a:pt x="3610356" y="0"/>
                </a:lnTo>
                <a:close/>
              </a:path>
            </a:pathLst>
          </a:custGeom>
          <a:solidFill>
            <a:srgbClr val="0068FF"/>
          </a:solidFill>
        </p:spPr>
        <p:txBody>
          <a:bodyPr wrap="square" lIns="0" tIns="0" rIns="0" bIns="0" rtlCol="0"/>
          <a:lstStyle/>
          <a:p/>
        </p:txBody>
      </p:sp>
      <p:sp>
        <p:nvSpPr>
          <p:cNvPr id="17" name="bg object 17"/>
          <p:cNvSpPr/>
          <p:nvPr/>
        </p:nvSpPr>
        <p:spPr>
          <a:xfrm>
            <a:off x="0" y="0"/>
            <a:ext cx="934719" cy="934719"/>
          </a:xfrm>
          <a:custGeom>
            <a:avLst/>
            <a:rect l="l" t="t" r="r" b="b"/>
            <a:pathLst>
              <a:path w="934719" h="934719">
                <a:moveTo>
                  <a:pt x="934212" y="0"/>
                </a:moveTo>
                <a:lnTo>
                  <a:pt x="0" y="0"/>
                </a:lnTo>
                <a:lnTo>
                  <a:pt x="0" y="934212"/>
                </a:lnTo>
                <a:lnTo>
                  <a:pt x="48074" y="932996"/>
                </a:lnTo>
                <a:lnTo>
                  <a:pt x="95517" y="929389"/>
                </a:lnTo>
                <a:lnTo>
                  <a:pt x="142271" y="923448"/>
                </a:lnTo>
                <a:lnTo>
                  <a:pt x="188276" y="915234"/>
                </a:lnTo>
                <a:lnTo>
                  <a:pt x="233473" y="904803"/>
                </a:lnTo>
                <a:lnTo>
                  <a:pt x="277805" y="892215"/>
                </a:lnTo>
                <a:lnTo>
                  <a:pt x="321213" y="877529"/>
                </a:lnTo>
                <a:lnTo>
                  <a:pt x="363637" y="860804"/>
                </a:lnTo>
                <a:lnTo>
                  <a:pt x="405019" y="842097"/>
                </a:lnTo>
                <a:lnTo>
                  <a:pt x="445300" y="821467"/>
                </a:lnTo>
                <a:lnTo>
                  <a:pt x="484422" y="798974"/>
                </a:lnTo>
                <a:lnTo>
                  <a:pt x="522326" y="774676"/>
                </a:lnTo>
                <a:lnTo>
                  <a:pt x="558953" y="748631"/>
                </a:lnTo>
                <a:lnTo>
                  <a:pt x="594245" y="720899"/>
                </a:lnTo>
                <a:lnTo>
                  <a:pt x="628142" y="691538"/>
                </a:lnTo>
                <a:lnTo>
                  <a:pt x="660587" y="660606"/>
                </a:lnTo>
                <a:lnTo>
                  <a:pt x="691520" y="628162"/>
                </a:lnTo>
                <a:lnTo>
                  <a:pt x="720883" y="594266"/>
                </a:lnTo>
                <a:lnTo>
                  <a:pt x="748616" y="558975"/>
                </a:lnTo>
                <a:lnTo>
                  <a:pt x="774663" y="522348"/>
                </a:lnTo>
                <a:lnTo>
                  <a:pt x="798962" y="484445"/>
                </a:lnTo>
                <a:lnTo>
                  <a:pt x="821457" y="445323"/>
                </a:lnTo>
                <a:lnTo>
                  <a:pt x="842088" y="405041"/>
                </a:lnTo>
                <a:lnTo>
                  <a:pt x="860796" y="363658"/>
                </a:lnTo>
                <a:lnTo>
                  <a:pt x="877524" y="321233"/>
                </a:lnTo>
                <a:lnTo>
                  <a:pt x="892211" y="277824"/>
                </a:lnTo>
                <a:lnTo>
                  <a:pt x="904800" y="233490"/>
                </a:lnTo>
                <a:lnTo>
                  <a:pt x="915232" y="188290"/>
                </a:lnTo>
                <a:lnTo>
                  <a:pt x="923447" y="142282"/>
                </a:lnTo>
                <a:lnTo>
                  <a:pt x="929388" y="95525"/>
                </a:lnTo>
                <a:lnTo>
                  <a:pt x="932996" y="48078"/>
                </a:lnTo>
                <a:lnTo>
                  <a:pt x="934212" y="0"/>
                </a:lnTo>
                <a:close/>
              </a:path>
            </a:pathLst>
          </a:custGeom>
          <a:solidFill>
            <a:srgbClr val="627083"/>
          </a:solidFill>
        </p:spPr>
        <p:txBody>
          <a:bodyPr wrap="square" lIns="0" tIns="0" rIns="0" bIns="0" rtlCol="0"/>
          <a:lstStyle/>
          <a:p/>
        </p:txBody>
      </p:sp>
      <p:sp>
        <p:nvSpPr>
          <p:cNvPr id="18" name="bg object 18"/>
          <p:cNvSpPr/>
          <p:nvPr/>
        </p:nvSpPr>
        <p:spPr>
          <a:xfrm>
            <a:off x="8868155" y="5591556"/>
            <a:ext cx="786765" cy="1266825"/>
          </a:xfrm>
          <a:custGeom>
            <a:avLst/>
            <a:rect l="l" t="t" r="r" b="b"/>
            <a:pathLst>
              <a:path w="786765" h="1266825">
                <a:moveTo>
                  <a:pt x="786384" y="0"/>
                </a:moveTo>
                <a:lnTo>
                  <a:pt x="705993" y="4051"/>
                </a:lnTo>
                <a:lnTo>
                  <a:pt x="658845" y="10279"/>
                </a:lnTo>
                <a:lnTo>
                  <a:pt x="612618" y="19248"/>
                </a:lnTo>
                <a:lnTo>
                  <a:pt x="567397" y="30873"/>
                </a:lnTo>
                <a:lnTo>
                  <a:pt x="523268" y="45068"/>
                </a:lnTo>
                <a:lnTo>
                  <a:pt x="480316" y="61748"/>
                </a:lnTo>
                <a:lnTo>
                  <a:pt x="438625" y="80827"/>
                </a:lnTo>
                <a:lnTo>
                  <a:pt x="398283" y="102220"/>
                </a:lnTo>
                <a:lnTo>
                  <a:pt x="359374" y="125843"/>
                </a:lnTo>
                <a:lnTo>
                  <a:pt x="321984" y="151609"/>
                </a:lnTo>
                <a:lnTo>
                  <a:pt x="286198" y="179433"/>
                </a:lnTo>
                <a:lnTo>
                  <a:pt x="252101" y="209231"/>
                </a:lnTo>
                <a:lnTo>
                  <a:pt x="219779" y="240916"/>
                </a:lnTo>
                <a:lnTo>
                  <a:pt x="189318" y="274403"/>
                </a:lnTo>
                <a:lnTo>
                  <a:pt x="160803" y="309608"/>
                </a:lnTo>
                <a:lnTo>
                  <a:pt x="134319" y="346444"/>
                </a:lnTo>
                <a:lnTo>
                  <a:pt x="109952" y="384827"/>
                </a:lnTo>
                <a:lnTo>
                  <a:pt x="87787" y="424671"/>
                </a:lnTo>
                <a:lnTo>
                  <a:pt x="67909" y="465891"/>
                </a:lnTo>
                <a:lnTo>
                  <a:pt x="50405" y="508401"/>
                </a:lnTo>
                <a:lnTo>
                  <a:pt x="35359" y="552117"/>
                </a:lnTo>
                <a:lnTo>
                  <a:pt x="22858" y="596952"/>
                </a:lnTo>
                <a:lnTo>
                  <a:pt x="12985" y="642822"/>
                </a:lnTo>
                <a:lnTo>
                  <a:pt x="5828" y="689641"/>
                </a:lnTo>
                <a:lnTo>
                  <a:pt x="1471" y="737325"/>
                </a:lnTo>
                <a:lnTo>
                  <a:pt x="0" y="785787"/>
                </a:lnTo>
                <a:lnTo>
                  <a:pt x="0" y="1266443"/>
                </a:lnTo>
                <a:lnTo>
                  <a:pt x="47907" y="1265009"/>
                </a:lnTo>
                <a:lnTo>
                  <a:pt x="95055" y="1260761"/>
                </a:lnTo>
                <a:lnTo>
                  <a:pt x="141361" y="1253783"/>
                </a:lnTo>
                <a:lnTo>
                  <a:pt x="186744" y="1244155"/>
                </a:lnTo>
                <a:lnTo>
                  <a:pt x="231120" y="1231961"/>
                </a:lnTo>
                <a:lnTo>
                  <a:pt x="274407" y="1217283"/>
                </a:lnTo>
                <a:lnTo>
                  <a:pt x="316524" y="1200202"/>
                </a:lnTo>
                <a:lnTo>
                  <a:pt x="357388" y="1180800"/>
                </a:lnTo>
                <a:lnTo>
                  <a:pt x="396917" y="1159161"/>
                </a:lnTo>
                <a:lnTo>
                  <a:pt x="435028" y="1135366"/>
                </a:lnTo>
                <a:lnTo>
                  <a:pt x="471640" y="1109498"/>
                </a:lnTo>
                <a:lnTo>
                  <a:pt x="506670" y="1081638"/>
                </a:lnTo>
                <a:lnTo>
                  <a:pt x="540036" y="1051869"/>
                </a:lnTo>
                <a:lnTo>
                  <a:pt x="571655" y="1020272"/>
                </a:lnTo>
                <a:lnTo>
                  <a:pt x="601446" y="986931"/>
                </a:lnTo>
                <a:lnTo>
                  <a:pt x="629327" y="951927"/>
                </a:lnTo>
                <a:lnTo>
                  <a:pt x="655214" y="915343"/>
                </a:lnTo>
                <a:lnTo>
                  <a:pt x="679026" y="877261"/>
                </a:lnTo>
                <a:lnTo>
                  <a:pt x="700681" y="837762"/>
                </a:lnTo>
                <a:lnTo>
                  <a:pt x="720096" y="796930"/>
                </a:lnTo>
                <a:lnTo>
                  <a:pt x="737189" y="754845"/>
                </a:lnTo>
                <a:lnTo>
                  <a:pt x="751878" y="711592"/>
                </a:lnTo>
                <a:lnTo>
                  <a:pt x="764081" y="667250"/>
                </a:lnTo>
                <a:lnTo>
                  <a:pt x="773715" y="621904"/>
                </a:lnTo>
                <a:lnTo>
                  <a:pt x="780698" y="575635"/>
                </a:lnTo>
                <a:lnTo>
                  <a:pt x="784948" y="528525"/>
                </a:lnTo>
                <a:lnTo>
                  <a:pt x="786384" y="480656"/>
                </a:lnTo>
                <a:lnTo>
                  <a:pt x="786384" y="0"/>
                </a:lnTo>
                <a:close/>
              </a:path>
            </a:pathLst>
          </a:custGeom>
          <a:solidFill>
            <a:srgbClr val="0068FF"/>
          </a:solidFill>
        </p:spPr>
        <p:txBody>
          <a:bodyPr wrap="square" lIns="0" tIns="0" rIns="0" bIns="0" rtlCol="0"/>
          <a:lstStyle/>
          <a:p/>
        </p:txBody>
      </p:sp>
      <p:sp>
        <p:nvSpPr>
          <p:cNvPr id="19" name="bg object 19"/>
          <p:cNvSpPr/>
          <p:nvPr/>
        </p:nvSpPr>
        <p:spPr>
          <a:xfrm>
            <a:off x="8081772" y="5591556"/>
            <a:ext cx="786765" cy="1266825"/>
          </a:xfrm>
          <a:custGeom>
            <a:avLst/>
            <a:rect l="l" t="t" r="r" b="b"/>
            <a:pathLst>
              <a:path w="786765" h="1266825">
                <a:moveTo>
                  <a:pt x="0" y="0"/>
                </a:moveTo>
                <a:lnTo>
                  <a:pt x="0" y="480656"/>
                </a:lnTo>
                <a:lnTo>
                  <a:pt x="1435" y="528525"/>
                </a:lnTo>
                <a:lnTo>
                  <a:pt x="5685" y="575635"/>
                </a:lnTo>
                <a:lnTo>
                  <a:pt x="12668" y="621904"/>
                </a:lnTo>
                <a:lnTo>
                  <a:pt x="22302" y="667250"/>
                </a:lnTo>
                <a:lnTo>
                  <a:pt x="34505" y="711592"/>
                </a:lnTo>
                <a:lnTo>
                  <a:pt x="49194" y="754845"/>
                </a:lnTo>
                <a:lnTo>
                  <a:pt x="66287" y="796930"/>
                </a:lnTo>
                <a:lnTo>
                  <a:pt x="85702" y="837762"/>
                </a:lnTo>
                <a:lnTo>
                  <a:pt x="107357" y="877261"/>
                </a:lnTo>
                <a:lnTo>
                  <a:pt x="131169" y="915343"/>
                </a:lnTo>
                <a:lnTo>
                  <a:pt x="157056" y="951927"/>
                </a:lnTo>
                <a:lnTo>
                  <a:pt x="184937" y="986931"/>
                </a:lnTo>
                <a:lnTo>
                  <a:pt x="214728" y="1020272"/>
                </a:lnTo>
                <a:lnTo>
                  <a:pt x="246347" y="1051869"/>
                </a:lnTo>
                <a:lnTo>
                  <a:pt x="279713" y="1081638"/>
                </a:lnTo>
                <a:lnTo>
                  <a:pt x="314743" y="1109498"/>
                </a:lnTo>
                <a:lnTo>
                  <a:pt x="351355" y="1135366"/>
                </a:lnTo>
                <a:lnTo>
                  <a:pt x="389466" y="1159161"/>
                </a:lnTo>
                <a:lnTo>
                  <a:pt x="428995" y="1180800"/>
                </a:lnTo>
                <a:lnTo>
                  <a:pt x="469859" y="1200202"/>
                </a:lnTo>
                <a:lnTo>
                  <a:pt x="511976" y="1217283"/>
                </a:lnTo>
                <a:lnTo>
                  <a:pt x="555263" y="1231961"/>
                </a:lnTo>
                <a:lnTo>
                  <a:pt x="599639" y="1244155"/>
                </a:lnTo>
                <a:lnTo>
                  <a:pt x="645022" y="1253783"/>
                </a:lnTo>
                <a:lnTo>
                  <a:pt x="691328" y="1260761"/>
                </a:lnTo>
                <a:lnTo>
                  <a:pt x="738476" y="1265009"/>
                </a:lnTo>
                <a:lnTo>
                  <a:pt x="786383" y="1266443"/>
                </a:lnTo>
                <a:lnTo>
                  <a:pt x="786383" y="785787"/>
                </a:lnTo>
                <a:lnTo>
                  <a:pt x="784912" y="737325"/>
                </a:lnTo>
                <a:lnTo>
                  <a:pt x="780555" y="689641"/>
                </a:lnTo>
                <a:lnTo>
                  <a:pt x="773398" y="642822"/>
                </a:lnTo>
                <a:lnTo>
                  <a:pt x="763525" y="596952"/>
                </a:lnTo>
                <a:lnTo>
                  <a:pt x="751024" y="552117"/>
                </a:lnTo>
                <a:lnTo>
                  <a:pt x="735978" y="508401"/>
                </a:lnTo>
                <a:lnTo>
                  <a:pt x="718474" y="465891"/>
                </a:lnTo>
                <a:lnTo>
                  <a:pt x="698596" y="424671"/>
                </a:lnTo>
                <a:lnTo>
                  <a:pt x="676431" y="384827"/>
                </a:lnTo>
                <a:lnTo>
                  <a:pt x="652064" y="346444"/>
                </a:lnTo>
                <a:lnTo>
                  <a:pt x="625580" y="309608"/>
                </a:lnTo>
                <a:lnTo>
                  <a:pt x="597065" y="274403"/>
                </a:lnTo>
                <a:lnTo>
                  <a:pt x="566604" y="240916"/>
                </a:lnTo>
                <a:lnTo>
                  <a:pt x="534282" y="209231"/>
                </a:lnTo>
                <a:lnTo>
                  <a:pt x="500185" y="179433"/>
                </a:lnTo>
                <a:lnTo>
                  <a:pt x="464399" y="151609"/>
                </a:lnTo>
                <a:lnTo>
                  <a:pt x="427009" y="125843"/>
                </a:lnTo>
                <a:lnTo>
                  <a:pt x="388100" y="102220"/>
                </a:lnTo>
                <a:lnTo>
                  <a:pt x="347758" y="80827"/>
                </a:lnTo>
                <a:lnTo>
                  <a:pt x="306067" y="61748"/>
                </a:lnTo>
                <a:lnTo>
                  <a:pt x="263115" y="45068"/>
                </a:lnTo>
                <a:lnTo>
                  <a:pt x="218986" y="30873"/>
                </a:lnTo>
                <a:lnTo>
                  <a:pt x="173765" y="19248"/>
                </a:lnTo>
                <a:lnTo>
                  <a:pt x="127538" y="10279"/>
                </a:lnTo>
                <a:lnTo>
                  <a:pt x="80391" y="4051"/>
                </a:lnTo>
                <a:lnTo>
                  <a:pt x="0" y="0"/>
                </a:lnTo>
                <a:close/>
              </a:path>
            </a:pathLst>
          </a:custGeom>
          <a:solidFill>
            <a:srgbClr val="44536A"/>
          </a:solidFill>
        </p:spPr>
        <p:txBody>
          <a:bodyPr wrap="square" lIns="0" tIns="0" rIns="0" bIns="0" rtlCol="0"/>
          <a:lstStyle/>
          <a:p/>
        </p:txBody>
      </p:sp>
      <p:sp>
        <p:nvSpPr>
          <p:cNvPr id="2" name="Holder 2"/>
          <p:cNvSpPr>
            <a:spLocks noGrp="1" noEditPoints="1"/>
          </p:cNvSpPr>
          <p:nvPr>
            <p:ph type="title"/>
          </p:nvPr>
        </p:nvSpPr>
        <p:spPr>
          <a:xfrm>
            <a:off x="1246428" y="2516504"/>
            <a:ext cx="9699142" cy="939800"/>
          </a:xfrm>
          <a:prstGeom prst="rect">
            <a:avLst/>
          </a:prstGeom>
        </p:spPr>
        <p:txBody>
          <a:bodyPr wrap="square" lIns="0" tIns="0" rIns="0" bIns="0">
            <a:spAutoFit/>
          </a:bodyPr>
          <a:lstStyle>
            <a:lvl1pPr>
              <a:defRPr sz="6000" b="1" i="0">
                <a:solidFill>
                  <a:schemeClr val="tx1"/>
                </a:solidFill>
                <a:latin typeface="Arial" pitchFamily="34" charset="0" panose="020B0604020202020204"/>
                <a:cs typeface="Arial" pitchFamily="34" charset="0" panose="020B0604020202020204"/>
              </a:defRPr>
            </a:lvl1pPr>
          </a:lstStyle>
          <a:p/>
        </p:txBody>
      </p:sp>
      <p:sp>
        <p:nvSpPr>
          <p:cNvPr id="3" name="Holder 3"/>
          <p:cNvSpPr>
            <a:spLocks noGrp="1" noEditPoints="1"/>
          </p:cNvSpPr>
          <p:nvPr>
            <p:ph type="body" idx="1"/>
          </p:nvPr>
        </p:nvSpPr>
        <p:spPr>
          <a:xfrm>
            <a:off x="1072591" y="1828926"/>
            <a:ext cx="10046817" cy="4293870"/>
          </a:xfrm>
          <a:prstGeom prst="rect">
            <a:avLst/>
          </a:prstGeom>
        </p:spPr>
        <p:txBody>
          <a:bodyPr wrap="square" lIns="0" tIns="0" rIns="0" bIns="0">
            <a:spAutoFit/>
          </a:bodyPr>
          <a:lstStyle>
            <a:lvl1pPr>
              <a:defRPr sz="2000" b="0" i="0">
                <a:solidFill>
                  <a:srgbClr val="0068FF"/>
                </a:solidFill>
                <a:latin typeface="Lucida Sans Unicode"/>
                <a:cs typeface="Lucida Sans Unicode"/>
              </a:defRPr>
            </a:lvl1pPr>
          </a:lstStyle>
          <a:p>
            <a:pPr lvl="0"/>
          </a:p>
        </p:txBody>
      </p:sp>
      <p:sp>
        <p:nvSpPr>
          <p:cNvPr id="4" name="Holder 4"/>
          <p:cNvSpPr>
            <a:spLocks noGrp="1" noEditPoints="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noEditPoints="1"/>
          </p:cNvSpPr>
          <p:nvPr>
            <p:ph type="dt" sz="half" idx="6"/>
          </p:nvPr>
        </p:nvSpPr>
        <p:spPr>
          <a:xfrm>
            <a:off x="459740" y="6445541"/>
            <a:ext cx="789305" cy="196215"/>
          </a:xfrm>
          <a:prstGeom prst="rect">
            <a:avLst/>
          </a:prstGeom>
        </p:spPr>
        <p:txBody>
          <a:bodyPr wrap="square" lIns="0" tIns="0" rIns="0" bIns="0">
            <a:spAutoFit/>
          </a:bodyPr>
          <a:lstStyle>
            <a:lvl1pPr>
              <a:defRPr sz="1200" b="0" i="0">
                <a:solidFill>
                  <a:srgbClr val="627083"/>
                </a:solidFill>
                <a:latin typeface="Arial MT"/>
                <a:cs typeface="Arial MT"/>
              </a:defRPr>
            </a:lvl1pPr>
          </a:lstStyle>
          <a:p>
            <a:pPr marL="12700">
              <a:lnSpc>
                <a:spcPts val="1430"/>
              </a:lnSpc>
            </a:pPr>
            <a:r>
              <a:rPr spc="-5" dirty="0">
                <a:solidFill>
                  <a:srgbClr val="DAE4EE"/>
                </a:solidFill>
              </a:rPr>
              <a:t>15/02/2024</a:t>
            </a:r>
          </a:p>
        </p:txBody>
      </p:sp>
      <p:sp>
        <p:nvSpPr>
          <p:cNvPr id="6" name="Holder 6"/>
          <p:cNvSpPr>
            <a:spLocks noGrp="1" noEditPoints="1"/>
          </p:cNvSpPr>
          <p:nvPr>
            <p:ph type="sldNum" sz="quarter" idx="7"/>
          </p:nvPr>
        </p:nvSpPr>
        <p:spPr>
          <a:xfrm>
            <a:off x="11512550" y="6445541"/>
            <a:ext cx="247015" cy="196215"/>
          </a:xfrm>
          <a:prstGeom prst="rect">
            <a:avLst/>
          </a:prstGeom>
        </p:spPr>
        <p:txBody>
          <a:bodyPr wrap="square" lIns="0" tIns="0" rIns="0" bIns="0">
            <a:spAutoFit/>
          </a:bodyPr>
          <a:lstStyle>
            <a:lvl1pPr>
              <a:defRPr sz="1200" b="0" i="0">
                <a:solidFill>
                  <a:srgbClr val="DAE4EE"/>
                </a:solidFill>
                <a:latin typeface="Arial MT"/>
                <a:cs typeface="Arial MT"/>
              </a:defRPr>
            </a:lvl1pPr>
          </a:lstStyle>
          <a:p>
            <a:pPr marL="38100">
              <a:lnSpc>
                <a:spcPts val="143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19.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6.bmp"/><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7.bmp"/><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360" y="2131567"/>
            <a:ext cx="8064895" cy="1697796"/>
          </a:xfrm>
          <a:prstGeom prst="rect">
            <a:avLst/>
          </a:prstGeom>
        </p:spPr>
        <p:txBody>
          <a:bodyPr vert="horz" wrap="square" lIns="0" tIns="106045" rIns="0" bIns="0" rtlCol="0">
            <a:spAutoFit/>
          </a:bodyPr>
          <a:lstStyle/>
          <a:p>
            <a:pPr marL="1764664" marR="5080" indent="-1752600" algn="ctr">
              <a:lnSpc>
                <a:spcPts val="5830"/>
              </a:lnSpc>
              <a:spcBef>
                <a:spcPts val="835"/>
              </a:spcBef>
            </a:pPr>
            <a:r>
              <a:rPr lang="en-IN" sz="5400" b="1" spc="-15" dirty="0">
                <a:solidFill>
                  <a:schemeClr val="bg1"/>
                </a:solidFill>
                <a:latin typeface="Arial" pitchFamily="34" charset="0" panose="020B0604020202020204"/>
                <a:cs typeface="Arial" pitchFamily="34" charset="0" panose="020B0604020202020204"/>
              </a:rPr>
              <a:t>Employee Attrition</a:t>
            </a:r>
          </a:p>
          <a:p>
            <a:pPr marL="1764664" marR="5080" indent="-1752600" algn="ctr">
              <a:lnSpc>
                <a:spcPts val="5830"/>
              </a:lnSpc>
              <a:spcBef>
                <a:spcPts val="835"/>
              </a:spcBef>
            </a:pPr>
            <a:r>
              <a:rPr sz="5400" b="1" dirty="0">
                <a:solidFill>
                  <a:schemeClr val="bg1"/>
                </a:solidFill>
                <a:latin typeface="Arial" pitchFamily="34" charset="0" panose="020B0604020202020204"/>
                <a:cs typeface="Arial" pitchFamily="34" charset="0" panose="020B0604020202020204"/>
              </a:rPr>
              <a:t>Analysis</a:t>
            </a:r>
            <a:r>
              <a:rPr lang="en-IN" sz="5400" b="1" dirty="0">
                <a:solidFill>
                  <a:schemeClr val="bg1"/>
                </a:solidFill>
                <a:latin typeface="Arial" pitchFamily="34" charset="0" panose="020B0604020202020204"/>
                <a:cs typeface="Arial" pitchFamily="34" charset="0" panose="020B0604020202020204"/>
              </a:rPr>
              <a:t> and Prediction</a:t>
            </a:r>
            <a:endParaRPr sz="5400">
              <a:solidFill>
                <a:schemeClr val="bg1"/>
              </a:solidFill>
              <a:latin typeface="Arial" pitchFamily="34" charset="0" panose="020B0604020202020204"/>
              <a:cs typeface="Arial" pitchFamily="34" charset="0" panose="020B0604020202020204"/>
            </a:endParaRPr>
          </a:p>
        </p:txBody>
      </p:sp>
      <p:sp>
        <p:nvSpPr>
          <p:cNvPr id="3" name="object 3"/>
          <p:cNvSpPr txBox="1"/>
          <p:nvPr/>
        </p:nvSpPr>
        <p:spPr>
          <a:xfrm>
            <a:off x="2459482" y="4991227"/>
            <a:ext cx="8245028" cy="957311"/>
          </a:xfrm>
          <a:prstGeom prst="rect">
            <a:avLst/>
          </a:prstGeom>
        </p:spPr>
        <p:txBody>
          <a:bodyPr vert="horz" wrap="square" lIns="0" tIns="10160" rIns="0" bIns="0" rtlCol="0">
            <a:spAutoFit/>
          </a:bodyPr>
          <a:lstStyle/>
          <a:p>
            <a:pPr marL="12700" marR="5080">
              <a:lnSpc>
                <a:spcPct val="101000"/>
              </a:lnSpc>
              <a:spcBef>
                <a:spcPts val="80"/>
              </a:spcBef>
            </a:pPr>
            <a:r>
              <a:rPr sz="2000" spc="45" dirty="0">
                <a:latin typeface="Lucida Sans Unicode"/>
                <a:cs typeface="Lucida Sans Unicode"/>
              </a:rPr>
              <a:t>A</a:t>
            </a:r>
            <a:r>
              <a:rPr lang="en-IN" sz="2000" spc="45" dirty="0">
                <a:latin typeface="Lucida Sans Unicode"/>
                <a:cs typeface="Lucida Sans Unicode"/>
              </a:rPr>
              <a:t>ttrition is when employees leave their organizations for many terms such as termination, resignation, planned or voluntary retirement, long term illness and layoffs</a:t>
            </a:r>
            <a:r>
              <a:rPr sz="2000" spc="40" dirty="0">
                <a:latin typeface="Lucida Sans Unicode"/>
                <a:cs typeface="Lucida Sans Unicode"/>
              </a:rPr>
              <a:t>.</a:t>
            </a:r>
            <a:endParaRPr sz="2000">
              <a:latin typeface="Lucida Sans Unicode"/>
              <a:cs typeface="Lucida Sans Unico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2286000"/>
          </a:xfrm>
          <a:custGeom>
            <a:avLst/>
            <a:rect l="l" t="t" r="r" b="b"/>
            <a:pathLst>
              <a:path w="12192000" h="2286000">
                <a:moveTo>
                  <a:pt x="0" y="2286000"/>
                </a:moveTo>
                <a:lnTo>
                  <a:pt x="12192000" y="2286000"/>
                </a:lnTo>
                <a:lnTo>
                  <a:pt x="12192000" y="0"/>
                </a:lnTo>
                <a:lnTo>
                  <a:pt x="0" y="0"/>
                </a:lnTo>
                <a:lnTo>
                  <a:pt x="0" y="2286000"/>
                </a:lnTo>
                <a:close/>
              </a:path>
            </a:pathLst>
          </a:custGeom>
          <a:solidFill>
            <a:srgbClr val="DAE4EE"/>
          </a:solidFill>
        </p:spPr>
        <p:txBody>
          <a:bodyPr wrap="square" lIns="0" tIns="0" rIns="0" bIns="0" rtlCol="0"/>
          <a:lstStyle/>
          <a:p/>
        </p:txBody>
      </p:sp>
      <p:grpSp>
        <p:nvGrpSpPr>
          <p:cNvPr id="3" name="object 3"/>
          <p:cNvGrpSpPr/>
          <p:nvPr/>
        </p:nvGrpSpPr>
        <p:grpSpPr>
          <a:xfrm>
            <a:off x="-24680" y="2204864"/>
            <a:ext cx="12216680" cy="4653135"/>
            <a:chOff x="0" y="2285999"/>
            <a:chExt cx="12192000" cy="4572000"/>
          </a:xfrm>
        </p:grpSpPr>
        <p:sp>
          <p:nvSpPr>
            <p:cNvPr id="4" name="object 4"/>
            <p:cNvSpPr/>
            <p:nvPr/>
          </p:nvSpPr>
          <p:spPr>
            <a:xfrm>
              <a:off x="0" y="2285999"/>
              <a:ext cx="12192000" cy="4572000"/>
            </a:xfrm>
            <a:custGeom>
              <a:avLst/>
              <a:rect l="l" t="t" r="r" b="b"/>
              <a:pathLst>
                <a:path w="12192000" h="4572000">
                  <a:moveTo>
                    <a:pt x="12192000" y="4571997"/>
                  </a:moveTo>
                  <a:lnTo>
                    <a:pt x="12192000" y="0"/>
                  </a:lnTo>
                  <a:lnTo>
                    <a:pt x="0" y="0"/>
                  </a:lnTo>
                  <a:lnTo>
                    <a:pt x="0" y="4571997"/>
                  </a:lnTo>
                  <a:lnTo>
                    <a:pt x="12192000" y="4571997"/>
                  </a:lnTo>
                  <a:close/>
                </a:path>
              </a:pathLst>
            </a:custGeom>
            <a:solidFill>
              <a:srgbClr val="0068FF"/>
            </a:solidFill>
          </p:spPr>
          <p:txBody>
            <a:bodyPr wrap="square" lIns="0" tIns="0" rIns="0" bIns="0" rtlCol="0"/>
            <a:lstStyle/>
            <a:p/>
          </p:txBody>
        </p:sp>
        <p:sp>
          <p:nvSpPr>
            <p:cNvPr id="5" name="object 5"/>
            <p:cNvSpPr/>
            <p:nvPr/>
          </p:nvSpPr>
          <p:spPr>
            <a:xfrm>
              <a:off x="8598763" y="3597089"/>
              <a:ext cx="3593465" cy="3261360"/>
            </a:xfrm>
            <a:custGeom>
              <a:avLst/>
              <a:rect l="l" t="t" r="r" b="b"/>
              <a:pathLst>
                <a:path w="3593465" h="3261359">
                  <a:moveTo>
                    <a:pt x="3593236" y="0"/>
                  </a:moveTo>
                  <a:lnTo>
                    <a:pt x="3584927" y="78271"/>
                  </a:lnTo>
                  <a:lnTo>
                    <a:pt x="3579111" y="124935"/>
                  </a:lnTo>
                  <a:lnTo>
                    <a:pt x="3572703" y="171413"/>
                  </a:lnTo>
                  <a:lnTo>
                    <a:pt x="3565707" y="217700"/>
                  </a:lnTo>
                  <a:lnTo>
                    <a:pt x="3558127" y="263794"/>
                  </a:lnTo>
                  <a:lnTo>
                    <a:pt x="3549967" y="309690"/>
                  </a:lnTo>
                  <a:lnTo>
                    <a:pt x="3541231" y="355384"/>
                  </a:lnTo>
                  <a:lnTo>
                    <a:pt x="3531923" y="400872"/>
                  </a:lnTo>
                  <a:lnTo>
                    <a:pt x="3522046" y="446150"/>
                  </a:lnTo>
                  <a:lnTo>
                    <a:pt x="3511605" y="491215"/>
                  </a:lnTo>
                  <a:lnTo>
                    <a:pt x="3500603" y="536062"/>
                  </a:lnTo>
                  <a:lnTo>
                    <a:pt x="3489044" y="580688"/>
                  </a:lnTo>
                  <a:lnTo>
                    <a:pt x="3476933" y="625089"/>
                  </a:lnTo>
                  <a:lnTo>
                    <a:pt x="3464273" y="669260"/>
                  </a:lnTo>
                  <a:lnTo>
                    <a:pt x="3451067" y="713199"/>
                  </a:lnTo>
                  <a:lnTo>
                    <a:pt x="3437321" y="756900"/>
                  </a:lnTo>
                  <a:lnTo>
                    <a:pt x="3423038" y="800361"/>
                  </a:lnTo>
                  <a:lnTo>
                    <a:pt x="3408221" y="843577"/>
                  </a:lnTo>
                  <a:lnTo>
                    <a:pt x="3392874" y="886544"/>
                  </a:lnTo>
                  <a:lnTo>
                    <a:pt x="3377003" y="929259"/>
                  </a:lnTo>
                  <a:lnTo>
                    <a:pt x="3360609" y="971717"/>
                  </a:lnTo>
                  <a:lnTo>
                    <a:pt x="3343698" y="1013915"/>
                  </a:lnTo>
                  <a:lnTo>
                    <a:pt x="3326274" y="1055848"/>
                  </a:lnTo>
                  <a:lnTo>
                    <a:pt x="3308339" y="1097514"/>
                  </a:lnTo>
                  <a:lnTo>
                    <a:pt x="3289898" y="1138907"/>
                  </a:lnTo>
                  <a:lnTo>
                    <a:pt x="3270955" y="1180024"/>
                  </a:lnTo>
                  <a:lnTo>
                    <a:pt x="3251514" y="1220862"/>
                  </a:lnTo>
                  <a:lnTo>
                    <a:pt x="3231579" y="1261416"/>
                  </a:lnTo>
                  <a:lnTo>
                    <a:pt x="3211153" y="1301682"/>
                  </a:lnTo>
                  <a:lnTo>
                    <a:pt x="3190241" y="1341657"/>
                  </a:lnTo>
                  <a:lnTo>
                    <a:pt x="3168846" y="1381336"/>
                  </a:lnTo>
                  <a:lnTo>
                    <a:pt x="3146973" y="1420716"/>
                  </a:lnTo>
                  <a:lnTo>
                    <a:pt x="3124625" y="1459792"/>
                  </a:lnTo>
                  <a:lnTo>
                    <a:pt x="3101805" y="1498561"/>
                  </a:lnTo>
                  <a:lnTo>
                    <a:pt x="3078519" y="1537020"/>
                  </a:lnTo>
                  <a:lnTo>
                    <a:pt x="3054770" y="1575163"/>
                  </a:lnTo>
                  <a:lnTo>
                    <a:pt x="3030561" y="1612988"/>
                  </a:lnTo>
                  <a:lnTo>
                    <a:pt x="3005897" y="1650490"/>
                  </a:lnTo>
                  <a:lnTo>
                    <a:pt x="2980782" y="1687665"/>
                  </a:lnTo>
                  <a:lnTo>
                    <a:pt x="2955219" y="1724509"/>
                  </a:lnTo>
                  <a:lnTo>
                    <a:pt x="2929213" y="1761020"/>
                  </a:lnTo>
                  <a:lnTo>
                    <a:pt x="2902767" y="1797191"/>
                  </a:lnTo>
                  <a:lnTo>
                    <a:pt x="2875885" y="1833021"/>
                  </a:lnTo>
                  <a:lnTo>
                    <a:pt x="2848571" y="1868505"/>
                  </a:lnTo>
                  <a:lnTo>
                    <a:pt x="2820829" y="1903638"/>
                  </a:lnTo>
                  <a:lnTo>
                    <a:pt x="2792663" y="1938417"/>
                  </a:lnTo>
                  <a:lnTo>
                    <a:pt x="2764077" y="1972839"/>
                  </a:lnTo>
                  <a:lnTo>
                    <a:pt x="2735074" y="2006899"/>
                  </a:lnTo>
                  <a:lnTo>
                    <a:pt x="2705659" y="2040593"/>
                  </a:lnTo>
                  <a:lnTo>
                    <a:pt x="2675835" y="2073918"/>
                  </a:lnTo>
                  <a:lnTo>
                    <a:pt x="2645607" y="2106869"/>
                  </a:lnTo>
                  <a:lnTo>
                    <a:pt x="2614978" y="2139443"/>
                  </a:lnTo>
                  <a:lnTo>
                    <a:pt x="2583953" y="2171636"/>
                  </a:lnTo>
                  <a:lnTo>
                    <a:pt x="2552534" y="2203444"/>
                  </a:lnTo>
                  <a:lnTo>
                    <a:pt x="2520726" y="2234862"/>
                  </a:lnTo>
                  <a:lnTo>
                    <a:pt x="2488534" y="2265888"/>
                  </a:lnTo>
                  <a:lnTo>
                    <a:pt x="2455960" y="2296517"/>
                  </a:lnTo>
                  <a:lnTo>
                    <a:pt x="2423008" y="2326745"/>
                  </a:lnTo>
                  <a:lnTo>
                    <a:pt x="2389684" y="2356569"/>
                  </a:lnTo>
                  <a:lnTo>
                    <a:pt x="2355989" y="2385984"/>
                  </a:lnTo>
                  <a:lnTo>
                    <a:pt x="2321929" y="2414986"/>
                  </a:lnTo>
                  <a:lnTo>
                    <a:pt x="2287508" y="2443572"/>
                  </a:lnTo>
                  <a:lnTo>
                    <a:pt x="2252728" y="2471738"/>
                  </a:lnTo>
                  <a:lnTo>
                    <a:pt x="2217595" y="2499480"/>
                  </a:lnTo>
                  <a:lnTo>
                    <a:pt x="2182111" y="2526794"/>
                  </a:lnTo>
                  <a:lnTo>
                    <a:pt x="2146282" y="2553676"/>
                  </a:lnTo>
                  <a:lnTo>
                    <a:pt x="2110110" y="2580122"/>
                  </a:lnTo>
                  <a:lnTo>
                    <a:pt x="2073600" y="2606129"/>
                  </a:lnTo>
                  <a:lnTo>
                    <a:pt x="2036755" y="2631691"/>
                  </a:lnTo>
                  <a:lnTo>
                    <a:pt x="1999580" y="2656807"/>
                  </a:lnTo>
                  <a:lnTo>
                    <a:pt x="1962078" y="2681471"/>
                  </a:lnTo>
                  <a:lnTo>
                    <a:pt x="1924253" y="2705679"/>
                  </a:lnTo>
                  <a:lnTo>
                    <a:pt x="1886110" y="2729429"/>
                  </a:lnTo>
                  <a:lnTo>
                    <a:pt x="1847652" y="2752715"/>
                  </a:lnTo>
                  <a:lnTo>
                    <a:pt x="1808882" y="2775534"/>
                  </a:lnTo>
                  <a:lnTo>
                    <a:pt x="1769806" y="2797882"/>
                  </a:lnTo>
                  <a:lnTo>
                    <a:pt x="1730426" y="2819756"/>
                  </a:lnTo>
                  <a:lnTo>
                    <a:pt x="1690747" y="2841151"/>
                  </a:lnTo>
                  <a:lnTo>
                    <a:pt x="1650772" y="2862063"/>
                  </a:lnTo>
                  <a:lnTo>
                    <a:pt x="1610506" y="2882489"/>
                  </a:lnTo>
                  <a:lnTo>
                    <a:pt x="1569952" y="2902424"/>
                  </a:lnTo>
                  <a:lnTo>
                    <a:pt x="1529115" y="2921865"/>
                  </a:lnTo>
                  <a:lnTo>
                    <a:pt x="1487997" y="2940808"/>
                  </a:lnTo>
                  <a:lnTo>
                    <a:pt x="1446604" y="2959248"/>
                  </a:lnTo>
                  <a:lnTo>
                    <a:pt x="1404938" y="2977183"/>
                  </a:lnTo>
                  <a:lnTo>
                    <a:pt x="1363005" y="2994608"/>
                  </a:lnTo>
                  <a:lnTo>
                    <a:pt x="1320807" y="3011519"/>
                  </a:lnTo>
                  <a:lnTo>
                    <a:pt x="1278349" y="3027912"/>
                  </a:lnTo>
                  <a:lnTo>
                    <a:pt x="1235634" y="3043784"/>
                  </a:lnTo>
                  <a:lnTo>
                    <a:pt x="1192667" y="3059130"/>
                  </a:lnTo>
                  <a:lnTo>
                    <a:pt x="1149451" y="3073947"/>
                  </a:lnTo>
                  <a:lnTo>
                    <a:pt x="1105990" y="3088230"/>
                  </a:lnTo>
                  <a:lnTo>
                    <a:pt x="1062289" y="3101977"/>
                  </a:lnTo>
                  <a:lnTo>
                    <a:pt x="1018350" y="3115182"/>
                  </a:lnTo>
                  <a:lnTo>
                    <a:pt x="974179" y="3127842"/>
                  </a:lnTo>
                  <a:lnTo>
                    <a:pt x="929778" y="3139954"/>
                  </a:lnTo>
                  <a:lnTo>
                    <a:pt x="885152" y="3151512"/>
                  </a:lnTo>
                  <a:lnTo>
                    <a:pt x="840305" y="3162514"/>
                  </a:lnTo>
                  <a:lnTo>
                    <a:pt x="795240" y="3172955"/>
                  </a:lnTo>
                  <a:lnTo>
                    <a:pt x="749962" y="3182832"/>
                  </a:lnTo>
                  <a:lnTo>
                    <a:pt x="704474" y="3192140"/>
                  </a:lnTo>
                  <a:lnTo>
                    <a:pt x="658780" y="3200877"/>
                  </a:lnTo>
                  <a:lnTo>
                    <a:pt x="612884" y="3209037"/>
                  </a:lnTo>
                  <a:lnTo>
                    <a:pt x="566790" y="3216616"/>
                  </a:lnTo>
                  <a:lnTo>
                    <a:pt x="520503" y="3223612"/>
                  </a:lnTo>
                  <a:lnTo>
                    <a:pt x="474025" y="3230020"/>
                  </a:lnTo>
                  <a:lnTo>
                    <a:pt x="427360" y="3235836"/>
                  </a:lnTo>
                  <a:lnTo>
                    <a:pt x="380514" y="3241057"/>
                  </a:lnTo>
                  <a:lnTo>
                    <a:pt x="333489" y="3245678"/>
                  </a:lnTo>
                  <a:lnTo>
                    <a:pt x="286289" y="3249695"/>
                  </a:lnTo>
                  <a:lnTo>
                    <a:pt x="238919" y="3253106"/>
                  </a:lnTo>
                  <a:lnTo>
                    <a:pt x="191382" y="3255904"/>
                  </a:lnTo>
                  <a:lnTo>
                    <a:pt x="143682" y="3258088"/>
                  </a:lnTo>
                  <a:lnTo>
                    <a:pt x="95823" y="3259653"/>
                  </a:lnTo>
                  <a:lnTo>
                    <a:pt x="47809" y="3260594"/>
                  </a:lnTo>
                  <a:lnTo>
                    <a:pt x="0" y="3260907"/>
                  </a:lnTo>
                  <a:lnTo>
                    <a:pt x="3593236" y="3260907"/>
                  </a:lnTo>
                  <a:lnTo>
                    <a:pt x="3593236" y="0"/>
                  </a:lnTo>
                  <a:close/>
                </a:path>
              </a:pathLst>
            </a:custGeom>
            <a:solidFill>
              <a:srgbClr val="DAE4EE"/>
            </a:solidFill>
          </p:spPr>
          <p:txBody>
            <a:bodyPr wrap="square" lIns="0" tIns="0" rIns="0" bIns="0" rtlCol="0"/>
            <a:lstStyle/>
            <a:p/>
          </p:txBody>
        </p:sp>
      </p:grpSp>
      <p:sp>
        <p:nvSpPr>
          <p:cNvPr id="6" name="object 6"/>
          <p:cNvSpPr/>
          <p:nvPr/>
        </p:nvSpPr>
        <p:spPr>
          <a:xfrm>
            <a:off x="0" y="0"/>
            <a:ext cx="934719" cy="934719"/>
          </a:xfrm>
          <a:custGeom>
            <a:avLst/>
            <a:rect l="l" t="t" r="r" b="b"/>
            <a:pathLst>
              <a:path w="934719" h="934719">
                <a:moveTo>
                  <a:pt x="934212" y="0"/>
                </a:moveTo>
                <a:lnTo>
                  <a:pt x="0" y="0"/>
                </a:lnTo>
                <a:lnTo>
                  <a:pt x="0" y="934212"/>
                </a:lnTo>
                <a:lnTo>
                  <a:pt x="48074" y="932996"/>
                </a:lnTo>
                <a:lnTo>
                  <a:pt x="95517" y="929389"/>
                </a:lnTo>
                <a:lnTo>
                  <a:pt x="142271" y="923448"/>
                </a:lnTo>
                <a:lnTo>
                  <a:pt x="188276" y="915234"/>
                </a:lnTo>
                <a:lnTo>
                  <a:pt x="233473" y="904803"/>
                </a:lnTo>
                <a:lnTo>
                  <a:pt x="277805" y="892215"/>
                </a:lnTo>
                <a:lnTo>
                  <a:pt x="321213" y="877529"/>
                </a:lnTo>
                <a:lnTo>
                  <a:pt x="363637" y="860804"/>
                </a:lnTo>
                <a:lnTo>
                  <a:pt x="405019" y="842097"/>
                </a:lnTo>
                <a:lnTo>
                  <a:pt x="445300" y="821467"/>
                </a:lnTo>
                <a:lnTo>
                  <a:pt x="484422" y="798974"/>
                </a:lnTo>
                <a:lnTo>
                  <a:pt x="522326" y="774676"/>
                </a:lnTo>
                <a:lnTo>
                  <a:pt x="558953" y="748631"/>
                </a:lnTo>
                <a:lnTo>
                  <a:pt x="594245" y="720899"/>
                </a:lnTo>
                <a:lnTo>
                  <a:pt x="628142" y="691538"/>
                </a:lnTo>
                <a:lnTo>
                  <a:pt x="660587" y="660606"/>
                </a:lnTo>
                <a:lnTo>
                  <a:pt x="691520" y="628162"/>
                </a:lnTo>
                <a:lnTo>
                  <a:pt x="720883" y="594266"/>
                </a:lnTo>
                <a:lnTo>
                  <a:pt x="748616" y="558975"/>
                </a:lnTo>
                <a:lnTo>
                  <a:pt x="774663" y="522348"/>
                </a:lnTo>
                <a:lnTo>
                  <a:pt x="798962" y="484445"/>
                </a:lnTo>
                <a:lnTo>
                  <a:pt x="821457" y="445323"/>
                </a:lnTo>
                <a:lnTo>
                  <a:pt x="842088" y="405041"/>
                </a:lnTo>
                <a:lnTo>
                  <a:pt x="860796" y="363658"/>
                </a:lnTo>
                <a:lnTo>
                  <a:pt x="877524" y="321233"/>
                </a:lnTo>
                <a:lnTo>
                  <a:pt x="892211" y="277824"/>
                </a:lnTo>
                <a:lnTo>
                  <a:pt x="904800" y="233490"/>
                </a:lnTo>
                <a:lnTo>
                  <a:pt x="915232" y="188290"/>
                </a:lnTo>
                <a:lnTo>
                  <a:pt x="923447" y="142282"/>
                </a:lnTo>
                <a:lnTo>
                  <a:pt x="929388" y="95525"/>
                </a:lnTo>
                <a:lnTo>
                  <a:pt x="932996" y="48078"/>
                </a:lnTo>
                <a:lnTo>
                  <a:pt x="934212" y="0"/>
                </a:lnTo>
                <a:close/>
              </a:path>
            </a:pathLst>
          </a:custGeom>
          <a:solidFill>
            <a:srgbClr val="627083"/>
          </a:solidFill>
        </p:spPr>
        <p:txBody>
          <a:bodyPr wrap="square" lIns="0" tIns="0" rIns="0" bIns="0" rtlCol="0"/>
          <a:lstStyle/>
          <a:p/>
        </p:txBody>
      </p:sp>
      <p:sp>
        <p:nvSpPr>
          <p:cNvPr id="7" name="object 7"/>
          <p:cNvSpPr/>
          <p:nvPr/>
        </p:nvSpPr>
        <p:spPr>
          <a:xfrm>
            <a:off x="10782300" y="0"/>
            <a:ext cx="1409700" cy="2286000"/>
          </a:xfrm>
          <a:custGeom>
            <a:avLst/>
            <a:rect l="l" t="t" r="r" b="b"/>
            <a:pathLst>
              <a:path w="1409700" h="2286000">
                <a:moveTo>
                  <a:pt x="1409700" y="0"/>
                </a:moveTo>
                <a:lnTo>
                  <a:pt x="1265554" y="7366"/>
                </a:lnTo>
                <a:lnTo>
                  <a:pt x="1218402" y="12991"/>
                </a:lnTo>
                <a:lnTo>
                  <a:pt x="1171739" y="20165"/>
                </a:lnTo>
                <a:lnTo>
                  <a:pt x="1125590" y="28860"/>
                </a:lnTo>
                <a:lnTo>
                  <a:pt x="1079982" y="39051"/>
                </a:lnTo>
                <a:lnTo>
                  <a:pt x="1034943" y="50710"/>
                </a:lnTo>
                <a:lnTo>
                  <a:pt x="990496" y="63812"/>
                </a:lnTo>
                <a:lnTo>
                  <a:pt x="946670" y="78330"/>
                </a:lnTo>
                <a:lnTo>
                  <a:pt x="903490" y="94237"/>
                </a:lnTo>
                <a:lnTo>
                  <a:pt x="860982" y="111508"/>
                </a:lnTo>
                <a:lnTo>
                  <a:pt x="819173" y="130115"/>
                </a:lnTo>
                <a:lnTo>
                  <a:pt x="778089" y="150032"/>
                </a:lnTo>
                <a:lnTo>
                  <a:pt x="737757" y="171234"/>
                </a:lnTo>
                <a:lnTo>
                  <a:pt x="698201" y="193693"/>
                </a:lnTo>
                <a:lnTo>
                  <a:pt x="659450" y="217383"/>
                </a:lnTo>
                <a:lnTo>
                  <a:pt x="621528" y="242278"/>
                </a:lnTo>
                <a:lnTo>
                  <a:pt x="584463" y="268351"/>
                </a:lnTo>
                <a:lnTo>
                  <a:pt x="548280" y="295576"/>
                </a:lnTo>
                <a:lnTo>
                  <a:pt x="513005" y="323927"/>
                </a:lnTo>
                <a:lnTo>
                  <a:pt x="478666" y="353376"/>
                </a:lnTo>
                <a:lnTo>
                  <a:pt x="445288" y="383899"/>
                </a:lnTo>
                <a:lnTo>
                  <a:pt x="412897" y="415467"/>
                </a:lnTo>
                <a:lnTo>
                  <a:pt x="381520" y="448056"/>
                </a:lnTo>
                <a:lnTo>
                  <a:pt x="351183" y="481638"/>
                </a:lnTo>
                <a:lnTo>
                  <a:pt x="321912" y="516187"/>
                </a:lnTo>
                <a:lnTo>
                  <a:pt x="293734" y="551676"/>
                </a:lnTo>
                <a:lnTo>
                  <a:pt x="266674" y="588080"/>
                </a:lnTo>
                <a:lnTo>
                  <a:pt x="240759" y="625372"/>
                </a:lnTo>
                <a:lnTo>
                  <a:pt x="216015" y="663525"/>
                </a:lnTo>
                <a:lnTo>
                  <a:pt x="192469" y="702513"/>
                </a:lnTo>
                <a:lnTo>
                  <a:pt x="170147" y="742310"/>
                </a:lnTo>
                <a:lnTo>
                  <a:pt x="149074" y="782889"/>
                </a:lnTo>
                <a:lnTo>
                  <a:pt x="129278" y="824223"/>
                </a:lnTo>
                <a:lnTo>
                  <a:pt x="110784" y="866287"/>
                </a:lnTo>
                <a:lnTo>
                  <a:pt x="93618" y="909055"/>
                </a:lnTo>
                <a:lnTo>
                  <a:pt x="77808" y="952498"/>
                </a:lnTo>
                <a:lnTo>
                  <a:pt x="63379" y="996592"/>
                </a:lnTo>
                <a:lnTo>
                  <a:pt x="50357" y="1041309"/>
                </a:lnTo>
                <a:lnTo>
                  <a:pt x="38769" y="1086624"/>
                </a:lnTo>
                <a:lnTo>
                  <a:pt x="28640" y="1132510"/>
                </a:lnTo>
                <a:lnTo>
                  <a:pt x="19998" y="1178940"/>
                </a:lnTo>
                <a:lnTo>
                  <a:pt x="12869" y="1225889"/>
                </a:lnTo>
                <a:lnTo>
                  <a:pt x="7278" y="1273329"/>
                </a:lnTo>
                <a:lnTo>
                  <a:pt x="3252" y="1321234"/>
                </a:lnTo>
                <a:lnTo>
                  <a:pt x="817" y="1369579"/>
                </a:lnTo>
                <a:lnTo>
                  <a:pt x="0" y="1418336"/>
                </a:lnTo>
                <a:lnTo>
                  <a:pt x="0" y="2286000"/>
                </a:lnTo>
                <a:lnTo>
                  <a:pt x="48460" y="2285177"/>
                </a:lnTo>
                <a:lnTo>
                  <a:pt x="96511" y="2282727"/>
                </a:lnTo>
                <a:lnTo>
                  <a:pt x="144126" y="2278677"/>
                </a:lnTo>
                <a:lnTo>
                  <a:pt x="191278" y="2273052"/>
                </a:lnTo>
                <a:lnTo>
                  <a:pt x="237941" y="2265879"/>
                </a:lnTo>
                <a:lnTo>
                  <a:pt x="284090" y="2257184"/>
                </a:lnTo>
                <a:lnTo>
                  <a:pt x="329698" y="2246995"/>
                </a:lnTo>
                <a:lnTo>
                  <a:pt x="374738" y="2235336"/>
                </a:lnTo>
                <a:lnTo>
                  <a:pt x="419184" y="2222235"/>
                </a:lnTo>
                <a:lnTo>
                  <a:pt x="463011" y="2207718"/>
                </a:lnTo>
                <a:lnTo>
                  <a:pt x="506191" y="2191811"/>
                </a:lnTo>
                <a:lnTo>
                  <a:pt x="548699" y="2174541"/>
                </a:lnTo>
                <a:lnTo>
                  <a:pt x="590508" y="2155934"/>
                </a:lnTo>
                <a:lnTo>
                  <a:pt x="631593" y="2136017"/>
                </a:lnTo>
                <a:lnTo>
                  <a:pt x="671926" y="2114816"/>
                </a:lnTo>
                <a:lnTo>
                  <a:pt x="711482" y="2092357"/>
                </a:lnTo>
                <a:lnTo>
                  <a:pt x="750234" y="2068668"/>
                </a:lnTo>
                <a:lnTo>
                  <a:pt x="788156" y="2043773"/>
                </a:lnTo>
                <a:lnTo>
                  <a:pt x="825222" y="2017700"/>
                </a:lnTo>
                <a:lnTo>
                  <a:pt x="861406" y="1990475"/>
                </a:lnTo>
                <a:lnTo>
                  <a:pt x="896681" y="1962124"/>
                </a:lnTo>
                <a:lnTo>
                  <a:pt x="931021" y="1932674"/>
                </a:lnTo>
                <a:lnTo>
                  <a:pt x="964399" y="1902151"/>
                </a:lnTo>
                <a:lnTo>
                  <a:pt x="996791" y="1870582"/>
                </a:lnTo>
                <a:lnTo>
                  <a:pt x="1028168" y="1837994"/>
                </a:lnTo>
                <a:lnTo>
                  <a:pt x="1058506" y="1804411"/>
                </a:lnTo>
                <a:lnTo>
                  <a:pt x="1087778" y="1769861"/>
                </a:lnTo>
                <a:lnTo>
                  <a:pt x="1115957" y="1734371"/>
                </a:lnTo>
                <a:lnTo>
                  <a:pt x="1143017" y="1697966"/>
                </a:lnTo>
                <a:lnTo>
                  <a:pt x="1168933" y="1660673"/>
                </a:lnTo>
                <a:lnTo>
                  <a:pt x="1193677" y="1622519"/>
                </a:lnTo>
                <a:lnTo>
                  <a:pt x="1217224" y="1583530"/>
                </a:lnTo>
                <a:lnTo>
                  <a:pt x="1239547" y="1543731"/>
                </a:lnTo>
                <a:lnTo>
                  <a:pt x="1260620" y="1503151"/>
                </a:lnTo>
                <a:lnTo>
                  <a:pt x="1280417" y="1461814"/>
                </a:lnTo>
                <a:lnTo>
                  <a:pt x="1298912" y="1419748"/>
                </a:lnTo>
                <a:lnTo>
                  <a:pt x="1316078" y="1376979"/>
                </a:lnTo>
                <a:lnTo>
                  <a:pt x="1331889" y="1333533"/>
                </a:lnTo>
                <a:lnTo>
                  <a:pt x="1346318" y="1289437"/>
                </a:lnTo>
                <a:lnTo>
                  <a:pt x="1359340" y="1244717"/>
                </a:lnTo>
                <a:lnTo>
                  <a:pt x="1370929" y="1199399"/>
                </a:lnTo>
                <a:lnTo>
                  <a:pt x="1381058" y="1153511"/>
                </a:lnTo>
                <a:lnTo>
                  <a:pt x="1389700" y="1107077"/>
                </a:lnTo>
                <a:lnTo>
                  <a:pt x="1396830" y="1060126"/>
                </a:lnTo>
                <a:lnTo>
                  <a:pt x="1402421" y="1012682"/>
                </a:lnTo>
                <a:lnTo>
                  <a:pt x="1406447" y="964773"/>
                </a:lnTo>
                <a:lnTo>
                  <a:pt x="1408882" y="916424"/>
                </a:lnTo>
                <a:lnTo>
                  <a:pt x="1409700" y="867663"/>
                </a:lnTo>
                <a:lnTo>
                  <a:pt x="1409700" y="0"/>
                </a:lnTo>
                <a:close/>
              </a:path>
            </a:pathLst>
          </a:custGeom>
          <a:solidFill>
            <a:srgbClr val="44536A"/>
          </a:solidFill>
        </p:spPr>
        <p:txBody>
          <a:bodyPr wrap="square" lIns="0" tIns="0" rIns="0" bIns="0" rtlCol="0"/>
          <a:lstStyle/>
          <a:p/>
        </p:txBody>
      </p:sp>
      <p:sp>
        <p:nvSpPr>
          <p:cNvPr id="8" name="object 8"/>
          <p:cNvSpPr>
            <a:spLocks noGrp="1" noEditPoints="1"/>
          </p:cNvSpPr>
          <p:nvPr>
            <p:ph type="title"/>
          </p:nvPr>
        </p:nvSpPr>
        <p:spPr>
          <a:xfrm>
            <a:off x="1246428" y="900176"/>
            <a:ext cx="3841460" cy="734644"/>
          </a:xfrm>
          <a:prstGeom prst="rect">
            <a:avLst/>
          </a:prstGeom>
        </p:spPr>
        <p:txBody>
          <a:bodyPr vert="horz" wrap="square" lIns="0" tIns="12700" rIns="0" bIns="0" rtlCol="0">
            <a:spAutoFit/>
          </a:bodyPr>
          <a:lstStyle/>
          <a:p>
            <a:pPr marL="12700">
              <a:lnSpc>
                <a:spcPct val="100000"/>
              </a:lnSpc>
              <a:spcBef>
                <a:spcPts val="100"/>
              </a:spcBef>
            </a:pPr>
            <a:r>
              <a:rPr lang="en-IN" sz="4800"/>
              <a:t>Introduction</a:t>
            </a:r>
            <a:endParaRPr sz="4800"/>
          </a:p>
        </p:txBody>
      </p:sp>
      <p:sp>
        <p:nvSpPr>
          <p:cNvPr id="10" name="object 10"/>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11" name="object 11"/>
          <p:cNvSpPr txBox="1"/>
          <p:nvPr/>
        </p:nvSpPr>
        <p:spPr>
          <a:xfrm>
            <a:off x="11596116" y="6445541"/>
            <a:ext cx="163195" cy="196215"/>
          </a:xfrm>
          <a:prstGeom prst="rect">
            <a:avLst/>
          </a:prstGeom>
        </p:spPr>
        <p:txBody>
          <a:bodyPr vert="horz" wrap="square" lIns="0" tIns="0" rIns="0" bIns="0" rtlCol="0">
            <a:spAutoFit/>
          </a:bodyPr>
          <a:lstStyle/>
          <a:p>
            <a:pPr marL="38100">
              <a:lnSpc>
                <a:spcPts val="1430"/>
              </a:lnSpc>
            </a:pPr>
            <a:fld id="{81D60167-4931-47E6-BA6A-407CBD079E47}" type="slidenum">
              <a:rPr sz="1200" dirty="0">
                <a:solidFill>
                  <a:srgbClr val="627083"/>
                </a:solidFill>
                <a:latin typeface="Arial MT"/>
                <a:cs typeface="Arial MT"/>
              </a:rPr>
              <a:t>2</a:t>
            </a:fld>
            <a:endParaRPr sz="1200">
              <a:latin typeface="Arial MT"/>
              <a:cs typeface="Arial MT"/>
            </a:endParaRPr>
          </a:p>
        </p:txBody>
      </p:sp>
      <p:sp>
        <p:nvSpPr>
          <p:cNvPr id="9" name="object 9"/>
          <p:cNvSpPr txBox="1"/>
          <p:nvPr/>
        </p:nvSpPr>
        <p:spPr>
          <a:xfrm>
            <a:off x="767408" y="2286000"/>
            <a:ext cx="10910306" cy="4131606"/>
          </a:xfrm>
          <a:prstGeom prst="rect">
            <a:avLst/>
          </a:prstGeom>
        </p:spPr>
        <p:txBody>
          <a:bodyPr vert="horz" wrap="square" lIns="0" tIns="12700" rIns="0" bIns="0" rtlCol="0">
            <a:spAutoFit/>
          </a:bodyPr>
          <a:lstStyle/>
          <a:p>
            <a:pPr marL="571500" indent="-342900">
              <a:lnSpc>
                <a:spcPct val="100000"/>
              </a:lnSpc>
              <a:buClr>
                <a:schemeClr val="bg1"/>
              </a:buClr>
              <a:buFont typeface="Arial" pitchFamily="34" charset="0" panose="020B0604020202020204"/>
              <a:buChar char="•"/>
            </a:pPr>
            <a:r>
              <a:rPr lang="en-IN" sz="2000">
                <a:solidFill>
                  <a:schemeClr val="bg1"/>
                </a:solidFill>
                <a:latin typeface="Lucida Calligraphy" pitchFamily="66" charset="0"/>
                <a:ea typeface="Lucida Calligraphy" pitchFamily="66" charset="0"/>
                <a:cs typeface="Lucida Calligraphy" pitchFamily="66" charset="0"/>
              </a:rPr>
              <a:t>Problem Statement</a:t>
            </a:r>
          </a:p>
          <a:p>
            <a:pPr marL="1028700" lvl="1" indent="-342900">
              <a:lnSpc>
                <a:spcPct val="100000"/>
              </a:lnSpc>
              <a:buFont typeface="Arial" pitchFamily="34" charset="0" panose="020B0604020202020204"/>
              <a:buChar char="•"/>
            </a:pPr>
            <a:endParaRPr lang="en-IN" sz="1400">
              <a:solidFill>
                <a:schemeClr val="tx1"/>
              </a:solidFill>
              <a:latin typeface="Lucida Calligraphy" pitchFamily="66" charset="0"/>
              <a:ea typeface="Lucida Calligraphy" pitchFamily="66" charset="0"/>
              <a:cs typeface="Lucida Calligraphy" pitchFamily="66" charset="0"/>
            </a:endParaRPr>
          </a:p>
          <a:p>
            <a:pPr marL="1028700" lvl="1" indent="-342900">
              <a:lnSpc>
                <a:spcPct val="100000"/>
              </a:lnSpc>
              <a:buClr>
                <a:schemeClr val="bg1"/>
              </a:buClr>
              <a:buFont typeface="Arial" pitchFamily="34" charset="0" panose="020B0604020202020204"/>
              <a:buChar char="•"/>
            </a:pPr>
            <a:r>
              <a:rPr lang="en-IN" sz="1400">
                <a:solidFill>
                  <a:schemeClr val="tx1"/>
                </a:solidFill>
                <a:latin typeface="Lucida Calligraphy" pitchFamily="66" charset="0"/>
                <a:ea typeface="Lucida Calligraphy" pitchFamily="66" charset="0"/>
                <a:cs typeface="Lucida Calligraphy" pitchFamily="66" charset="0"/>
              </a:rPr>
              <a:t>XYZ company which was established a few years back is facing around a 15% attrition rate for a couple of years. And it's majorly affecting the company in many aspects. In order to understand why employees are leaving the company and reduce the attrition rate XYZ company has approached an HR analytics consultancy for analysing the data they have. You are playing the HR analyst role in this project and building a dashboard which can help the organization in making data-driven decisions.</a:t>
            </a:r>
          </a:p>
          <a:p>
            <a:pPr marL="571500" indent="-342900">
              <a:lnSpc>
                <a:spcPct val="100000"/>
              </a:lnSpc>
              <a:buClr>
                <a:schemeClr val="bg1"/>
              </a:buClr>
              <a:buFont typeface="Arial" pitchFamily="34" charset="0" panose="020B0604020202020204"/>
              <a:buChar char="•"/>
            </a:pPr>
            <a:endParaRPr lang="en-IN" sz="2000">
              <a:solidFill>
                <a:schemeClr val="bg1"/>
              </a:solidFill>
              <a:latin typeface="Lucida Calligraphy" pitchFamily="66" charset="0"/>
              <a:ea typeface="Lucida Calligraphy" pitchFamily="66" charset="0"/>
              <a:cs typeface="Lucida Calligraphy" pitchFamily="66" charset="0"/>
            </a:endParaRPr>
          </a:p>
          <a:p>
            <a:pPr marL="571500" indent="-342900">
              <a:lnSpc>
                <a:spcPct val="100000"/>
              </a:lnSpc>
              <a:buClr>
                <a:schemeClr val="bg1"/>
              </a:buClr>
              <a:buFont typeface="Arial" pitchFamily="34" charset="0" panose="020B0604020202020204"/>
              <a:buChar char="•"/>
            </a:pPr>
            <a:r>
              <a:rPr lang="en-IN" sz="2000">
                <a:solidFill>
                  <a:schemeClr val="bg1"/>
                </a:solidFill>
                <a:latin typeface="Lucida Calligraphy" pitchFamily="66" charset="0"/>
                <a:ea typeface="Lucida Calligraphy" pitchFamily="66" charset="0"/>
                <a:cs typeface="Lucida Calligraphy" pitchFamily="66" charset="0"/>
              </a:rPr>
              <a:t>Objectives of the Study</a:t>
            </a:r>
          </a:p>
          <a:p>
            <a:pPr marL="571500" indent="-342900">
              <a:lnSpc>
                <a:spcPct val="100000"/>
              </a:lnSpc>
              <a:buClr>
                <a:schemeClr val="bg1"/>
              </a:buClr>
              <a:buFont typeface="Arial" pitchFamily="34" charset="0" panose="020B0604020202020204"/>
              <a:buChar char="•"/>
            </a:pPr>
            <a:endParaRPr lang="en-IN" sz="1800" spc="-60" dirty="0">
              <a:solidFill>
                <a:srgbClr val="FFFFFF"/>
              </a:solidFill>
              <a:latin typeface="Lucida Sans Unicode"/>
              <a:cs typeface="Lucida Sans Unicode"/>
            </a:endParaRPr>
          </a:p>
          <a:p>
            <a:pPr marL="1028700" lvl="1" indent="-342900">
              <a:lnSpc>
                <a:spcPct val="129999"/>
              </a:lnSpc>
              <a:buClr>
                <a:schemeClr val="bg1"/>
              </a:buClr>
              <a:buFont typeface="Arial" pitchFamily="34" charset="0" panose="020B0604020202020204"/>
              <a:buChar char="•"/>
            </a:pPr>
            <a:r>
              <a:rPr sz="1400" spc="-60" dirty="0">
                <a:solidFill>
                  <a:schemeClr val="tx1"/>
                </a:solidFill>
                <a:latin typeface="Lucida Calligraphy" pitchFamily="66" charset="0"/>
                <a:ea typeface="Lucida Calligraphy" pitchFamily="66" charset="0"/>
                <a:cs typeface="Lucida Calligraphy" pitchFamily="66" charset="0"/>
              </a:rPr>
              <a:t>To</a:t>
            </a:r>
            <a:r>
              <a:rPr sz="1400" spc="-90" dirty="0">
                <a:solidFill>
                  <a:schemeClr val="tx1"/>
                </a:solidFill>
                <a:latin typeface="Lucida Calligraphy" pitchFamily="66" charset="0"/>
                <a:ea typeface="Lucida Calligraphy" pitchFamily="66" charset="0"/>
                <a:cs typeface="Lucida Calligraphy" pitchFamily="66" charset="0"/>
              </a:rPr>
              <a:t> </a:t>
            </a:r>
            <a:r>
              <a:rPr sz="1400" spc="-80" dirty="0">
                <a:solidFill>
                  <a:schemeClr val="tx1"/>
                </a:solidFill>
                <a:latin typeface="Lucida Calligraphy" pitchFamily="66" charset="0"/>
                <a:ea typeface="Lucida Calligraphy" pitchFamily="66" charset="0"/>
                <a:cs typeface="Lucida Calligraphy" pitchFamily="66" charset="0"/>
              </a:rPr>
              <a:t>f</a:t>
            </a:r>
            <a:r>
              <a:rPr sz="1400" spc="10" dirty="0">
                <a:solidFill>
                  <a:schemeClr val="tx1"/>
                </a:solidFill>
                <a:latin typeface="Lucida Calligraphy" pitchFamily="66" charset="0"/>
                <a:ea typeface="Lucida Calligraphy" pitchFamily="66" charset="0"/>
                <a:cs typeface="Lucida Calligraphy" pitchFamily="66" charset="0"/>
              </a:rPr>
              <a:t>ind</a:t>
            </a:r>
            <a:r>
              <a:rPr sz="1400" spc="-110" dirty="0">
                <a:solidFill>
                  <a:schemeClr val="tx1"/>
                </a:solidFill>
                <a:latin typeface="Lucida Calligraphy" pitchFamily="66" charset="0"/>
                <a:ea typeface="Lucida Calligraphy" pitchFamily="66" charset="0"/>
                <a:cs typeface="Lucida Calligraphy" pitchFamily="66" charset="0"/>
              </a:rPr>
              <a:t> </a:t>
            </a:r>
            <a:r>
              <a:rPr lang="en-IN" sz="1400" spc="-110" dirty="0">
                <a:solidFill>
                  <a:schemeClr val="tx1"/>
                </a:solidFill>
                <a:latin typeface="Lucida Calligraphy" pitchFamily="66" charset="0"/>
                <a:ea typeface="Lucida Calligraphy" pitchFamily="66" charset="0"/>
                <a:cs typeface="Lucida Calligraphy" pitchFamily="66" charset="0"/>
              </a:rPr>
              <a:t>gender percentage in attrition</a:t>
            </a:r>
            <a:endParaRPr lang="en-IN" sz="1400" spc="20" dirty="0">
              <a:solidFill>
                <a:schemeClr val="tx1"/>
              </a:solidFill>
              <a:latin typeface="Lucida Calligraphy" pitchFamily="66" charset="0"/>
              <a:ea typeface="Lucida Calligraphy" pitchFamily="66" charset="0"/>
              <a:cs typeface="Lucida Calligraphy" pitchFamily="66" charset="0"/>
            </a:endParaRPr>
          </a:p>
          <a:p>
            <a:pPr marL="1028700" lvl="1" indent="-342900">
              <a:lnSpc>
                <a:spcPct val="129999"/>
              </a:lnSpc>
              <a:buClr>
                <a:schemeClr val="bg1"/>
              </a:buClr>
              <a:buFont typeface="Arial" pitchFamily="34" charset="0" panose="020B0604020202020204"/>
              <a:buChar char="•"/>
            </a:pPr>
            <a:r>
              <a:rPr sz="1400" spc="-60" dirty="0">
                <a:solidFill>
                  <a:schemeClr val="tx1"/>
                </a:solidFill>
                <a:latin typeface="Lucida Calligraphy" pitchFamily="66" charset="0"/>
                <a:ea typeface="Lucida Calligraphy" pitchFamily="66" charset="0"/>
                <a:cs typeface="Lucida Calligraphy" pitchFamily="66" charset="0"/>
              </a:rPr>
              <a:t>To</a:t>
            </a:r>
            <a:r>
              <a:rPr sz="1400" spc="-90" dirty="0">
                <a:solidFill>
                  <a:schemeClr val="tx1"/>
                </a:solidFill>
                <a:latin typeface="Lucida Calligraphy" pitchFamily="66" charset="0"/>
                <a:ea typeface="Lucida Calligraphy" pitchFamily="66" charset="0"/>
                <a:cs typeface="Lucida Calligraphy" pitchFamily="66" charset="0"/>
              </a:rPr>
              <a:t> </a:t>
            </a:r>
            <a:r>
              <a:rPr sz="1400" spc="-10" dirty="0">
                <a:solidFill>
                  <a:schemeClr val="tx1"/>
                </a:solidFill>
                <a:latin typeface="Lucida Calligraphy" pitchFamily="66" charset="0"/>
                <a:ea typeface="Lucida Calligraphy" pitchFamily="66" charset="0"/>
                <a:cs typeface="Lucida Calligraphy" pitchFamily="66" charset="0"/>
              </a:rPr>
              <a:t>find</a:t>
            </a:r>
            <a:r>
              <a:rPr sz="1400" spc="-110" dirty="0">
                <a:solidFill>
                  <a:schemeClr val="tx1"/>
                </a:solidFill>
                <a:latin typeface="Lucida Calligraphy" pitchFamily="66" charset="0"/>
                <a:ea typeface="Lucida Calligraphy" pitchFamily="66" charset="0"/>
                <a:cs typeface="Lucida Calligraphy" pitchFamily="66" charset="0"/>
              </a:rPr>
              <a:t> </a:t>
            </a:r>
            <a:r>
              <a:rPr sz="1400" spc="40" dirty="0">
                <a:solidFill>
                  <a:schemeClr val="tx1"/>
                </a:solidFill>
                <a:latin typeface="Lucida Calligraphy" pitchFamily="66" charset="0"/>
                <a:ea typeface="Lucida Calligraphy" pitchFamily="66" charset="0"/>
                <a:cs typeface="Lucida Calligraphy" pitchFamily="66" charset="0"/>
              </a:rPr>
              <a:t>the</a:t>
            </a:r>
            <a:r>
              <a:rPr sz="1400" spc="-110" dirty="0">
                <a:solidFill>
                  <a:schemeClr val="tx1"/>
                </a:solidFill>
                <a:latin typeface="Lucida Calligraphy" pitchFamily="66" charset="0"/>
                <a:ea typeface="Lucida Calligraphy" pitchFamily="66" charset="0"/>
                <a:cs typeface="Lucida Calligraphy" pitchFamily="66" charset="0"/>
              </a:rPr>
              <a:t> </a:t>
            </a:r>
            <a:r>
              <a:rPr lang="en-IN" sz="1400" spc="-110" dirty="0">
                <a:solidFill>
                  <a:schemeClr val="tx1"/>
                </a:solidFill>
                <a:latin typeface="Lucida Calligraphy" pitchFamily="66" charset="0"/>
                <a:ea typeface="Lucida Calligraphy" pitchFamily="66" charset="0"/>
                <a:cs typeface="Lucida Calligraphy" pitchFamily="66" charset="0"/>
              </a:rPr>
              <a:t>department wise attrition</a:t>
            </a:r>
          </a:p>
          <a:p>
            <a:pPr marL="1028700" lvl="1" indent="-342900">
              <a:lnSpc>
                <a:spcPct val="129999"/>
              </a:lnSpc>
              <a:buClr>
                <a:schemeClr val="bg1"/>
              </a:buClr>
              <a:buFont typeface="Arial" pitchFamily="34" charset="0" panose="020B0604020202020204"/>
              <a:buChar char="•"/>
            </a:pPr>
            <a:r>
              <a:rPr lang="en-IN" sz="1400" spc="-110" dirty="0">
                <a:solidFill>
                  <a:schemeClr val="tx1"/>
                </a:solidFill>
                <a:latin typeface="Lucida Calligraphy" pitchFamily="66" charset="0"/>
                <a:ea typeface="Lucida Calligraphy" pitchFamily="66" charset="0"/>
                <a:cs typeface="Lucida Calligraphy" pitchFamily="66" charset="0"/>
              </a:rPr>
              <a:t>To find the number of employee attrition by age</a:t>
            </a:r>
          </a:p>
          <a:p>
            <a:pPr marL="1028700" lvl="1" indent="-342900">
              <a:lnSpc>
                <a:spcPct val="129999"/>
              </a:lnSpc>
              <a:buClr>
                <a:schemeClr val="bg1"/>
              </a:buClr>
              <a:buFont typeface="Arial" pitchFamily="34" charset="0" panose="020B0604020202020204"/>
              <a:buChar char="•"/>
            </a:pPr>
            <a:r>
              <a:rPr lang="en-IN" sz="1400" spc="-110" dirty="0">
                <a:solidFill>
                  <a:schemeClr val="tx1"/>
                </a:solidFill>
                <a:latin typeface="Lucida Calligraphy" pitchFamily="66" charset="0"/>
                <a:ea typeface="Lucida Calligraphy" pitchFamily="66" charset="0"/>
                <a:cs typeface="Lucida Calligraphy" pitchFamily="66" charset="0"/>
              </a:rPr>
              <a:t>To find the job satisfaction rating for specific job role</a:t>
            </a:r>
          </a:p>
          <a:p>
            <a:pPr marL="1028700" lvl="1" indent="-342900">
              <a:lnSpc>
                <a:spcPct val="129999"/>
              </a:lnSpc>
              <a:buClr>
                <a:schemeClr val="bg1"/>
              </a:buClr>
              <a:buFont typeface="Arial" pitchFamily="34" charset="0" panose="020B0604020202020204"/>
              <a:buChar char="•"/>
            </a:pPr>
            <a:r>
              <a:rPr lang="en-IN" sz="1400" spc="-110" dirty="0">
                <a:solidFill>
                  <a:schemeClr val="tx1"/>
                </a:solidFill>
                <a:latin typeface="Lucida Calligraphy" pitchFamily="66" charset="0"/>
                <a:ea typeface="Lucida Calligraphy" pitchFamily="66" charset="0"/>
                <a:cs typeface="Lucida Calligraphy" pitchFamily="66" charset="0"/>
              </a:rPr>
              <a:t>To find Education field wise attrition</a:t>
            </a:r>
          </a:p>
          <a:p>
            <a:pPr marL="1028700" lvl="1" indent="-342900">
              <a:lnSpc>
                <a:spcPct val="129999"/>
              </a:lnSpc>
              <a:buClr>
                <a:schemeClr val="bg1"/>
              </a:buClr>
              <a:buFont typeface="Arial" pitchFamily="34" charset="0" panose="020B0604020202020204"/>
              <a:buChar char="•"/>
            </a:pPr>
            <a:r>
              <a:rPr lang="en-IN" sz="1400" spc="-110" dirty="0">
                <a:solidFill>
                  <a:schemeClr val="tx1"/>
                </a:solidFill>
                <a:latin typeface="Lucida Calligraphy" pitchFamily="66" charset="0"/>
                <a:ea typeface="Lucida Calligraphy" pitchFamily="66" charset="0"/>
                <a:cs typeface="Lucida Calligraphy" pitchFamily="66" charset="0"/>
              </a:rPr>
              <a:t>To find the Attrition rate by gender for different Age groups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a:spLocks noGrp="1" noEditPoints="1"/>
          </p:cNvSpPr>
          <p:nvPr>
            <p:ph type="title"/>
          </p:nvPr>
        </p:nvSpPr>
        <p:spPr>
          <a:xfrm>
            <a:off x="1127448" y="476672"/>
            <a:ext cx="3771500" cy="734644"/>
          </a:xfrm>
          <a:prstGeom prst="rect">
            <a:avLst/>
          </a:prstGeom>
        </p:spPr>
        <p:txBody>
          <a:bodyPr vert="horz" wrap="square" lIns="0" tIns="12700" rIns="0" bIns="0" rtlCol="0">
            <a:spAutoFit/>
          </a:bodyPr>
          <a:lstStyle/>
          <a:p>
            <a:pPr marL="12700">
              <a:lnSpc>
                <a:spcPct val="100000"/>
              </a:lnSpc>
              <a:spcBef>
                <a:spcPts val="100"/>
              </a:spcBef>
            </a:pPr>
            <a:r>
              <a:rPr sz="4800" dirty="0">
                <a:solidFill>
                  <a:schemeClr val="bg1"/>
                </a:solidFill>
              </a:rPr>
              <a:t>The</a:t>
            </a:r>
            <a:r>
              <a:rPr sz="4800" spc="-50" dirty="0">
                <a:solidFill>
                  <a:schemeClr val="bg1"/>
                </a:solidFill>
              </a:rPr>
              <a:t> </a:t>
            </a:r>
            <a:r>
              <a:rPr sz="4800" spc="-5" dirty="0">
                <a:solidFill>
                  <a:schemeClr val="bg1"/>
                </a:solidFill>
              </a:rPr>
              <a:t>Process</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txBox="1"/>
          <p:nvPr/>
        </p:nvSpPr>
        <p:spPr>
          <a:xfrm>
            <a:off x="11596116" y="6445541"/>
            <a:ext cx="163195" cy="196215"/>
          </a:xfrm>
          <a:prstGeom prst="rect">
            <a:avLst/>
          </a:prstGeom>
        </p:spPr>
        <p:txBody>
          <a:bodyPr vert="horz" wrap="square" lIns="0" tIns="0" rIns="0" bIns="0" rtlCol="0">
            <a:spAutoFit/>
          </a:bodyPr>
          <a:lstStyle/>
          <a:p>
            <a:pPr marL="38100">
              <a:lnSpc>
                <a:spcPts val="1430"/>
              </a:lnSpc>
            </a:pPr>
            <a:fld id="{81D60167-4931-47E6-BA6A-407CBD079E47}" type="slidenum">
              <a:rPr sz="1200" dirty="0">
                <a:solidFill>
                  <a:srgbClr val="627083"/>
                </a:solidFill>
                <a:latin typeface="Arial MT"/>
                <a:cs typeface="Arial MT"/>
              </a:rPr>
              <a:t>3</a:t>
            </a:fld>
            <a:endParaRPr sz="1200">
              <a:latin typeface="Arial MT"/>
              <a:cs typeface="Arial MT"/>
            </a:endParaRPr>
          </a:p>
        </p:txBody>
      </p:sp>
      <p:sp>
        <p:nvSpPr>
          <p:cNvPr id="3" name="object 3"/>
          <p:cNvSpPr txBox="1"/>
          <p:nvPr/>
        </p:nvSpPr>
        <p:spPr>
          <a:xfrm rot="21600000">
            <a:off x="1249045" y="1700808"/>
            <a:ext cx="3456383" cy="4192436"/>
          </a:xfrm>
          <a:prstGeom prst="rect">
            <a:avLst/>
          </a:prstGeom>
        </p:spPr>
        <p:txBody>
          <a:bodyPr vert="horz" wrap="square" lIns="0" tIns="12700" rIns="0" bIns="0" rtlCol="0">
            <a:spAutoFit/>
          </a:bodyPr>
          <a:lstStyle/>
          <a:p>
            <a:pPr marL="354965" indent="-342900">
              <a:lnSpc>
                <a:spcPct val="100000"/>
              </a:lnSpc>
              <a:spcBef>
                <a:spcPts val="100"/>
              </a:spcBef>
              <a:buFont typeface="Arial" pitchFamily="34" charset="0" panose="020B0604020202020204"/>
              <a:buChar char="•"/>
              <a:tabLst>
                <a:tab pos="469900" algn="l"/>
              </a:tabLst>
            </a:pPr>
            <a:r>
              <a:rPr sz="2400" spc="110" dirty="0">
                <a:solidFill>
                  <a:schemeClr val="bg1"/>
                </a:solidFill>
                <a:latin typeface="Lucida Sans Unicode"/>
                <a:cs typeface="Lucida Sans Unicode"/>
              </a:rPr>
              <a:t>Data</a:t>
            </a:r>
            <a:r>
              <a:rPr sz="2400" spc="-135" dirty="0">
                <a:solidFill>
                  <a:schemeClr val="bg1"/>
                </a:solidFill>
                <a:latin typeface="Lucida Sans Unicode"/>
                <a:cs typeface="Lucida Sans Unicode"/>
              </a:rPr>
              <a:t> </a:t>
            </a:r>
            <a:r>
              <a:rPr sz="2400" spc="35" dirty="0">
                <a:solidFill>
                  <a:schemeClr val="bg1"/>
                </a:solidFill>
                <a:latin typeface="Lucida Sans Unicode"/>
                <a:cs typeface="Lucida Sans Unicode"/>
              </a:rPr>
              <a:t>Collection</a:t>
            </a:r>
            <a:endParaRPr lang="en-IN" sz="2400" spc="35"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endParaRPr lang="en-IN" sz="2400" spc="11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r>
              <a:rPr sz="2400" spc="110" dirty="0">
                <a:solidFill>
                  <a:schemeClr val="bg1"/>
                </a:solidFill>
                <a:latin typeface="Lucida Sans Unicode"/>
                <a:cs typeface="Lucida Sans Unicode"/>
              </a:rPr>
              <a:t>Data</a:t>
            </a:r>
            <a:r>
              <a:rPr sz="2400" spc="-145" dirty="0">
                <a:solidFill>
                  <a:schemeClr val="bg1"/>
                </a:solidFill>
                <a:latin typeface="Lucida Sans Unicode"/>
                <a:cs typeface="Lucida Sans Unicode"/>
              </a:rPr>
              <a:t> </a:t>
            </a:r>
            <a:r>
              <a:rPr sz="2400" spc="80" dirty="0">
                <a:solidFill>
                  <a:schemeClr val="bg1"/>
                </a:solidFill>
                <a:latin typeface="Lucida Sans Unicode"/>
                <a:cs typeface="Lucida Sans Unicode"/>
              </a:rPr>
              <a:t>Cleaning</a:t>
            </a:r>
            <a:endParaRPr lang="en-IN" sz="2400" spc="8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endParaRPr lang="en-IN" sz="2400" spc="11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r>
              <a:rPr sz="2400" spc="110" dirty="0">
                <a:solidFill>
                  <a:schemeClr val="bg1"/>
                </a:solidFill>
                <a:latin typeface="Lucida Sans Unicode"/>
                <a:cs typeface="Lucida Sans Unicode"/>
              </a:rPr>
              <a:t>Data</a:t>
            </a:r>
            <a:r>
              <a:rPr sz="2400" spc="-135" dirty="0">
                <a:solidFill>
                  <a:schemeClr val="bg1"/>
                </a:solidFill>
                <a:latin typeface="Lucida Sans Unicode"/>
                <a:cs typeface="Lucida Sans Unicode"/>
              </a:rPr>
              <a:t> </a:t>
            </a:r>
            <a:r>
              <a:rPr sz="2400" spc="30" dirty="0">
                <a:solidFill>
                  <a:schemeClr val="bg1"/>
                </a:solidFill>
                <a:latin typeface="Lucida Sans Unicode"/>
                <a:cs typeface="Lucida Sans Unicode"/>
              </a:rPr>
              <a:t>Analysis</a:t>
            </a:r>
            <a:endParaRPr lang="en-IN" sz="2400" spc="3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endParaRPr lang="en-IN" sz="2400" spc="3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r>
              <a:rPr lang="en-IN" sz="2400" spc="30" dirty="0">
                <a:solidFill>
                  <a:schemeClr val="bg1"/>
                </a:solidFill>
                <a:latin typeface="Lucida Sans Unicode"/>
                <a:cs typeface="Lucida Sans Unicode"/>
              </a:rPr>
              <a:t>Model Performance</a:t>
            </a:r>
          </a:p>
          <a:p>
            <a:pPr marL="354965" indent="-342900">
              <a:lnSpc>
                <a:spcPct val="100000"/>
              </a:lnSpc>
              <a:spcBef>
                <a:spcPts val="100"/>
              </a:spcBef>
              <a:buFont typeface="Arial" pitchFamily="34" charset="0" panose="020B0604020202020204"/>
              <a:buChar char="•"/>
              <a:tabLst>
                <a:tab pos="469900" algn="l"/>
              </a:tabLst>
            </a:pPr>
            <a:endParaRPr lang="en-IN" sz="240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r>
              <a:rPr sz="2400" dirty="0">
                <a:solidFill>
                  <a:schemeClr val="bg1"/>
                </a:solidFill>
                <a:latin typeface="Lucida Sans Unicode"/>
                <a:cs typeface="Lucida Sans Unicode"/>
              </a:rPr>
              <a:t>Insights</a:t>
            </a:r>
            <a:endParaRPr lang="en-IN" sz="240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endParaRPr lang="en-IN" sz="2400" spc="130" dirty="0">
              <a:solidFill>
                <a:schemeClr val="bg1"/>
              </a:solidFill>
              <a:latin typeface="Lucida Sans Unicode"/>
              <a:cs typeface="Lucida Sans Unicode"/>
            </a:endParaRPr>
          </a:p>
          <a:p>
            <a:pPr marL="354965" indent="-342900">
              <a:lnSpc>
                <a:spcPct val="100000"/>
              </a:lnSpc>
              <a:spcBef>
                <a:spcPts val="100"/>
              </a:spcBef>
              <a:buFont typeface="Arial" pitchFamily="34" charset="0" panose="020B0604020202020204"/>
              <a:buChar char="•"/>
              <a:tabLst>
                <a:tab pos="469900" algn="l"/>
              </a:tabLst>
            </a:pPr>
            <a:r>
              <a:rPr sz="2400" spc="130" dirty="0">
                <a:solidFill>
                  <a:schemeClr val="bg1"/>
                </a:solidFill>
                <a:latin typeface="Lucida Sans Unicode"/>
                <a:cs typeface="Lucida Sans Unicode"/>
              </a:rPr>
              <a:t>Summary</a:t>
            </a:r>
            <a:endParaRPr sz="2400">
              <a:solidFill>
                <a:schemeClr val="bg1"/>
              </a:solidFill>
              <a:latin typeface="Lucida Sans Unicode"/>
              <a:cs typeface="Lucida Sans Unicod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a:spLocks noGrp="1" noEditPoints="1"/>
          </p:cNvSpPr>
          <p:nvPr>
            <p:ph type="title"/>
          </p:nvPr>
        </p:nvSpPr>
        <p:spPr>
          <a:xfrm>
            <a:off x="1199456" y="1124744"/>
            <a:ext cx="4509752" cy="734644"/>
          </a:xfrm>
          <a:prstGeom prst="rect">
            <a:avLst/>
          </a:prstGeom>
        </p:spPr>
        <p:txBody>
          <a:bodyPr vert="horz" wrap="square" lIns="0" tIns="12700" rIns="0" bIns="0" rtlCol="0">
            <a:spAutoFit/>
          </a:bodyPr>
          <a:lstStyle/>
          <a:p>
            <a:pPr marL="12700">
              <a:lnSpc>
                <a:spcPct val="100000"/>
              </a:lnSpc>
              <a:spcBef>
                <a:spcPts val="100"/>
              </a:spcBef>
            </a:pPr>
            <a:r>
              <a:rPr sz="4800" spc="-5" dirty="0">
                <a:solidFill>
                  <a:schemeClr val="bg1"/>
                </a:solidFill>
              </a:rPr>
              <a:t>Data</a:t>
            </a:r>
            <a:r>
              <a:rPr sz="4800" spc="-75" dirty="0">
                <a:solidFill>
                  <a:schemeClr val="bg1"/>
                </a:solidFill>
              </a:rPr>
              <a:t> </a:t>
            </a:r>
            <a:r>
              <a:rPr sz="4800" dirty="0">
                <a:solidFill>
                  <a:schemeClr val="bg1"/>
                </a:solidFill>
              </a:rPr>
              <a:t>Collection</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txBox="1"/>
          <p:nvPr/>
        </p:nvSpPr>
        <p:spPr>
          <a:xfrm>
            <a:off x="11596116" y="6445541"/>
            <a:ext cx="163195" cy="196215"/>
          </a:xfrm>
          <a:prstGeom prst="rect">
            <a:avLst/>
          </a:prstGeom>
        </p:spPr>
        <p:txBody>
          <a:bodyPr vert="horz" wrap="square" lIns="0" tIns="0" rIns="0" bIns="0" rtlCol="0">
            <a:spAutoFit/>
          </a:bodyPr>
          <a:lstStyle/>
          <a:p>
            <a:pPr marL="38100">
              <a:lnSpc>
                <a:spcPts val="1430"/>
              </a:lnSpc>
            </a:pPr>
            <a:fld id="{81D60167-4931-47E6-BA6A-407CBD079E47}" type="slidenum">
              <a:rPr sz="1200" dirty="0">
                <a:solidFill>
                  <a:srgbClr val="627083"/>
                </a:solidFill>
                <a:latin typeface="Arial MT"/>
                <a:cs typeface="Arial MT"/>
              </a:rPr>
              <a:t>4</a:t>
            </a:fld>
            <a:endParaRPr sz="1200">
              <a:latin typeface="Arial MT"/>
              <a:cs typeface="Arial MT"/>
            </a:endParaRPr>
          </a:p>
        </p:txBody>
      </p:sp>
      <p:sp>
        <p:nvSpPr>
          <p:cNvPr id="3" name="object 3"/>
          <p:cNvSpPr txBox="1"/>
          <p:nvPr/>
        </p:nvSpPr>
        <p:spPr>
          <a:xfrm>
            <a:off x="1055440" y="2780929"/>
            <a:ext cx="7920880" cy="2058699"/>
          </a:xfrm>
          <a:prstGeom prst="rect">
            <a:avLst/>
          </a:prstGeom>
        </p:spPr>
        <p:txBody>
          <a:bodyPr vert="horz" wrap="square" lIns="0" tIns="12700" rIns="0" bIns="0" rtlCol="0">
            <a:spAutoFit/>
          </a:bodyPr>
          <a:lstStyle/>
          <a:p>
            <a:pPr marL="12700">
              <a:lnSpc>
                <a:spcPct val="100000"/>
              </a:lnSpc>
              <a:spcBef>
                <a:spcPts val="100"/>
              </a:spcBef>
            </a:pPr>
            <a:r>
              <a:rPr sz="2200" spc="-10" dirty="0">
                <a:solidFill>
                  <a:schemeClr val="bg1"/>
                </a:solidFill>
                <a:latin typeface="Lucida Calligraphy" pitchFamily="66" charset="0"/>
                <a:ea typeface="Lucida Calligraphy" pitchFamily="66" charset="0"/>
                <a:cs typeface="Lucida Calligraphy" pitchFamily="66" charset="0"/>
              </a:rPr>
              <a:t>The</a:t>
            </a:r>
            <a:r>
              <a:rPr sz="2200" spc="-125" dirty="0">
                <a:solidFill>
                  <a:schemeClr val="bg1"/>
                </a:solidFill>
                <a:latin typeface="Lucida Calligraphy" pitchFamily="66" charset="0"/>
                <a:ea typeface="Lucida Calligraphy" pitchFamily="66" charset="0"/>
                <a:cs typeface="Lucida Calligraphy" pitchFamily="66" charset="0"/>
              </a:rPr>
              <a:t> </a:t>
            </a:r>
            <a:r>
              <a:rPr sz="2200" spc="114" dirty="0">
                <a:solidFill>
                  <a:schemeClr val="bg1"/>
                </a:solidFill>
                <a:latin typeface="Lucida Calligraphy" pitchFamily="66" charset="0"/>
                <a:ea typeface="Lucida Calligraphy" pitchFamily="66" charset="0"/>
                <a:cs typeface="Lucida Calligraphy" pitchFamily="66" charset="0"/>
              </a:rPr>
              <a:t>Data</a:t>
            </a:r>
            <a:r>
              <a:rPr sz="2200" spc="-120" dirty="0">
                <a:solidFill>
                  <a:schemeClr val="bg1"/>
                </a:solidFill>
                <a:latin typeface="Lucida Calligraphy" pitchFamily="66" charset="0"/>
                <a:ea typeface="Lucida Calligraphy" pitchFamily="66" charset="0"/>
                <a:cs typeface="Lucida Calligraphy" pitchFamily="66" charset="0"/>
              </a:rPr>
              <a:t> </a:t>
            </a:r>
            <a:r>
              <a:rPr sz="2200" spc="120" dirty="0">
                <a:solidFill>
                  <a:schemeClr val="bg1"/>
                </a:solidFill>
                <a:latin typeface="Lucida Calligraphy" pitchFamily="66" charset="0"/>
                <a:ea typeface="Lucida Calligraphy" pitchFamily="66" charset="0"/>
                <a:cs typeface="Lucida Calligraphy" pitchFamily="66" charset="0"/>
              </a:rPr>
              <a:t>has</a:t>
            </a:r>
            <a:r>
              <a:rPr sz="2200" spc="-120" dirty="0">
                <a:solidFill>
                  <a:schemeClr val="bg1"/>
                </a:solidFill>
                <a:latin typeface="Lucida Calligraphy" pitchFamily="66" charset="0"/>
                <a:ea typeface="Lucida Calligraphy" pitchFamily="66" charset="0"/>
                <a:cs typeface="Lucida Calligraphy" pitchFamily="66" charset="0"/>
              </a:rPr>
              <a:t> </a:t>
            </a:r>
            <a:r>
              <a:rPr sz="2200" spc="114" dirty="0">
                <a:solidFill>
                  <a:schemeClr val="bg1"/>
                </a:solidFill>
                <a:latin typeface="Lucida Calligraphy" pitchFamily="66" charset="0"/>
                <a:ea typeface="Lucida Calligraphy" pitchFamily="66" charset="0"/>
                <a:cs typeface="Lucida Calligraphy" pitchFamily="66" charset="0"/>
              </a:rPr>
              <a:t>been</a:t>
            </a:r>
            <a:r>
              <a:rPr sz="2200" spc="-114" dirty="0">
                <a:solidFill>
                  <a:schemeClr val="bg1"/>
                </a:solidFill>
                <a:latin typeface="Lucida Calligraphy" pitchFamily="66" charset="0"/>
                <a:ea typeface="Lucida Calligraphy" pitchFamily="66" charset="0"/>
                <a:cs typeface="Lucida Calligraphy" pitchFamily="66" charset="0"/>
              </a:rPr>
              <a:t> </a:t>
            </a:r>
            <a:r>
              <a:rPr sz="2200" spc="75" dirty="0">
                <a:solidFill>
                  <a:schemeClr val="bg1"/>
                </a:solidFill>
                <a:latin typeface="Lucida Calligraphy" pitchFamily="66" charset="0"/>
                <a:ea typeface="Lucida Calligraphy" pitchFamily="66" charset="0"/>
                <a:cs typeface="Lucida Calligraphy" pitchFamily="66" charset="0"/>
              </a:rPr>
              <a:t>collected</a:t>
            </a:r>
            <a:r>
              <a:rPr sz="2200" spc="-110" dirty="0">
                <a:solidFill>
                  <a:schemeClr val="bg1"/>
                </a:solidFill>
                <a:latin typeface="Lucida Calligraphy" pitchFamily="66" charset="0"/>
                <a:ea typeface="Lucida Calligraphy" pitchFamily="66" charset="0"/>
                <a:cs typeface="Lucida Calligraphy" pitchFamily="66" charset="0"/>
              </a:rPr>
              <a:t> </a:t>
            </a:r>
            <a:r>
              <a:rPr sz="2200" spc="-30" dirty="0">
                <a:solidFill>
                  <a:schemeClr val="bg1"/>
                </a:solidFill>
                <a:latin typeface="Lucida Calligraphy" pitchFamily="66" charset="0"/>
                <a:ea typeface="Lucida Calligraphy" pitchFamily="66" charset="0"/>
                <a:cs typeface="Lucida Calligraphy" pitchFamily="66" charset="0"/>
              </a:rPr>
              <a:t>in</a:t>
            </a:r>
            <a:r>
              <a:rPr sz="2200" spc="-120" dirty="0">
                <a:solidFill>
                  <a:schemeClr val="bg1"/>
                </a:solidFill>
                <a:latin typeface="Lucida Calligraphy" pitchFamily="66" charset="0"/>
                <a:ea typeface="Lucida Calligraphy" pitchFamily="66" charset="0"/>
                <a:cs typeface="Lucida Calligraphy" pitchFamily="66" charset="0"/>
              </a:rPr>
              <a:t> </a:t>
            </a:r>
            <a:r>
              <a:rPr sz="2200" spc="55" dirty="0">
                <a:solidFill>
                  <a:schemeClr val="bg1"/>
                </a:solidFill>
                <a:latin typeface="Lucida Calligraphy" pitchFamily="66" charset="0"/>
                <a:ea typeface="Lucida Calligraphy" pitchFamily="66" charset="0"/>
                <a:cs typeface="Lucida Calligraphy" pitchFamily="66" charset="0"/>
              </a:rPr>
              <a:t>the</a:t>
            </a:r>
            <a:r>
              <a:rPr sz="2200" spc="-130" dirty="0">
                <a:solidFill>
                  <a:schemeClr val="bg1"/>
                </a:solidFill>
                <a:latin typeface="Lucida Calligraphy" pitchFamily="66" charset="0"/>
                <a:ea typeface="Lucida Calligraphy" pitchFamily="66" charset="0"/>
                <a:cs typeface="Lucida Calligraphy" pitchFamily="66" charset="0"/>
              </a:rPr>
              <a:t> </a:t>
            </a:r>
            <a:r>
              <a:rPr sz="2200" spc="25" dirty="0">
                <a:solidFill>
                  <a:schemeClr val="bg1"/>
                </a:solidFill>
                <a:latin typeface="Lucida Calligraphy" pitchFamily="66" charset="0"/>
                <a:ea typeface="Lucida Calligraphy" pitchFamily="66" charset="0"/>
                <a:cs typeface="Lucida Calligraphy" pitchFamily="66" charset="0"/>
              </a:rPr>
              <a:t>form</a:t>
            </a:r>
            <a:r>
              <a:rPr sz="2200" spc="-120" dirty="0">
                <a:solidFill>
                  <a:schemeClr val="bg1"/>
                </a:solidFill>
                <a:latin typeface="Lucida Calligraphy" pitchFamily="66" charset="0"/>
                <a:ea typeface="Lucida Calligraphy" pitchFamily="66" charset="0"/>
                <a:cs typeface="Lucida Calligraphy" pitchFamily="66" charset="0"/>
              </a:rPr>
              <a:t> </a:t>
            </a:r>
            <a:r>
              <a:rPr sz="2200" spc="-20" dirty="0">
                <a:solidFill>
                  <a:schemeClr val="bg1"/>
                </a:solidFill>
                <a:latin typeface="Lucida Calligraphy" pitchFamily="66" charset="0"/>
                <a:ea typeface="Lucida Calligraphy" pitchFamily="66" charset="0"/>
                <a:cs typeface="Lucida Calligraphy" pitchFamily="66" charset="0"/>
              </a:rPr>
              <a:t>of</a:t>
            </a:r>
            <a:r>
              <a:rPr sz="2200" spc="-130" dirty="0">
                <a:solidFill>
                  <a:schemeClr val="bg1"/>
                </a:solidFill>
                <a:latin typeface="Lucida Calligraphy" pitchFamily="66" charset="0"/>
                <a:ea typeface="Lucida Calligraphy" pitchFamily="66" charset="0"/>
                <a:cs typeface="Lucida Calligraphy" pitchFamily="66" charset="0"/>
              </a:rPr>
              <a:t> </a:t>
            </a:r>
            <a:r>
              <a:rPr sz="2200" spc="295" dirty="0">
                <a:solidFill>
                  <a:schemeClr val="bg1"/>
                </a:solidFill>
                <a:latin typeface="Lucida Calligraphy" pitchFamily="66" charset="0"/>
                <a:ea typeface="Lucida Calligraphy" pitchFamily="66" charset="0"/>
                <a:cs typeface="Lucida Calligraphy" pitchFamily="66" charset="0"/>
              </a:rPr>
              <a:t>a</a:t>
            </a:r>
            <a:r>
              <a:rPr sz="2200" spc="-120" dirty="0">
                <a:solidFill>
                  <a:schemeClr val="bg1"/>
                </a:solidFill>
                <a:latin typeface="Lucida Calligraphy" pitchFamily="66" charset="0"/>
                <a:ea typeface="Lucida Calligraphy" pitchFamily="66" charset="0"/>
                <a:cs typeface="Lucida Calligraphy" pitchFamily="66" charset="0"/>
              </a:rPr>
              <a:t> </a:t>
            </a:r>
            <a:r>
              <a:rPr sz="2200" spc="120" dirty="0">
                <a:solidFill>
                  <a:schemeClr val="bg1"/>
                </a:solidFill>
                <a:latin typeface="Lucida Calligraphy" pitchFamily="66" charset="0"/>
                <a:ea typeface="Lucida Calligraphy" pitchFamily="66" charset="0"/>
                <a:cs typeface="Lucida Calligraphy" pitchFamily="66" charset="0"/>
              </a:rPr>
              <a:t>CSV</a:t>
            </a:r>
            <a:r>
              <a:rPr sz="2200" spc="-130" dirty="0">
                <a:solidFill>
                  <a:schemeClr val="bg1"/>
                </a:solidFill>
                <a:latin typeface="Lucida Calligraphy" pitchFamily="66" charset="0"/>
                <a:ea typeface="Lucida Calligraphy" pitchFamily="66" charset="0"/>
                <a:cs typeface="Lucida Calligraphy" pitchFamily="66" charset="0"/>
              </a:rPr>
              <a:t> </a:t>
            </a:r>
            <a:r>
              <a:rPr sz="2200" spc="-40" dirty="0">
                <a:solidFill>
                  <a:schemeClr val="bg1"/>
                </a:solidFill>
                <a:latin typeface="Lucida Calligraphy" pitchFamily="66" charset="0"/>
                <a:ea typeface="Lucida Calligraphy" pitchFamily="66" charset="0"/>
                <a:cs typeface="Lucida Calligraphy" pitchFamily="66" charset="0"/>
              </a:rPr>
              <a:t>file</a:t>
            </a:r>
            <a:r>
              <a:rPr lang="en-IN" sz="2200" spc="-40" dirty="0">
                <a:solidFill>
                  <a:schemeClr val="bg1"/>
                </a:solidFill>
                <a:latin typeface="Lucida Calligraphy" pitchFamily="66" charset="0"/>
                <a:ea typeface="Lucida Calligraphy" pitchFamily="66" charset="0"/>
                <a:cs typeface="Lucida Calligraphy" pitchFamily="66" charset="0"/>
              </a:rPr>
              <a:t> </a:t>
            </a:r>
            <a:r>
              <a:rPr sz="2200" spc="165" dirty="0">
                <a:solidFill>
                  <a:schemeClr val="bg1"/>
                </a:solidFill>
                <a:latin typeface="Lucida Calligraphy" pitchFamily="66" charset="0"/>
                <a:ea typeface="Lucida Calligraphy" pitchFamily="66" charset="0"/>
                <a:cs typeface="Lucida Calligraphy" pitchFamily="66" charset="0"/>
              </a:rPr>
              <a:t>named</a:t>
            </a:r>
            <a:r>
              <a:rPr sz="2200" spc="-130" dirty="0">
                <a:solidFill>
                  <a:schemeClr val="bg1"/>
                </a:solidFill>
                <a:latin typeface="Lucida Calligraphy" pitchFamily="66" charset="0"/>
                <a:ea typeface="Lucida Calligraphy" pitchFamily="66" charset="0"/>
                <a:cs typeface="Lucida Calligraphy" pitchFamily="66" charset="0"/>
              </a:rPr>
              <a:t> </a:t>
            </a:r>
            <a:r>
              <a:rPr sz="2200" spc="90" dirty="0">
                <a:solidFill>
                  <a:schemeClr val="bg1"/>
                </a:solidFill>
                <a:latin typeface="Lucida Calligraphy" pitchFamily="66" charset="0"/>
                <a:ea typeface="Lucida Calligraphy" pitchFamily="66" charset="0"/>
                <a:cs typeface="Lucida Calligraphy" pitchFamily="66" charset="0"/>
              </a:rPr>
              <a:t>“</a:t>
            </a:r>
            <a:r>
              <a:rPr lang="en-IN" sz="2200" b="1" spc="90" dirty="0">
                <a:solidFill>
                  <a:schemeClr val="bg1"/>
                </a:solidFill>
                <a:latin typeface="Lucida Calligraphy" pitchFamily="66" charset="0"/>
                <a:ea typeface="Lucida Calligraphy" pitchFamily="66" charset="0"/>
                <a:cs typeface="Lucida Calligraphy" pitchFamily="66" charset="0"/>
              </a:rPr>
              <a:t>Employee Attrition </a:t>
            </a:r>
            <a:r>
              <a:rPr sz="2200" b="1" spc="35" dirty="0">
                <a:solidFill>
                  <a:schemeClr val="bg1"/>
                </a:solidFill>
                <a:latin typeface="Lucida Calligraphy" pitchFamily="66" charset="0"/>
                <a:ea typeface="Lucida Calligraphy" pitchFamily="66" charset="0"/>
                <a:cs typeface="Lucida Calligraphy" pitchFamily="66" charset="0"/>
              </a:rPr>
              <a:t>Data.csv</a:t>
            </a:r>
            <a:r>
              <a:rPr sz="2200" spc="35" dirty="0">
                <a:solidFill>
                  <a:schemeClr val="bg1"/>
                </a:solidFill>
                <a:latin typeface="Lucida Calligraphy" pitchFamily="66" charset="0"/>
                <a:ea typeface="Lucida Calligraphy" pitchFamily="66" charset="0"/>
                <a:cs typeface="Lucida Calligraphy" pitchFamily="66" charset="0"/>
              </a:rPr>
              <a:t>”.</a:t>
            </a:r>
            <a:endParaRPr sz="2200">
              <a:solidFill>
                <a:schemeClr val="bg1"/>
              </a:solidFill>
              <a:latin typeface="Lucida Calligraphy" pitchFamily="66" charset="0"/>
              <a:ea typeface="Lucida Calligraphy" pitchFamily="66" charset="0"/>
              <a:cs typeface="Lucida Calligraphy" pitchFamily="66" charset="0"/>
            </a:endParaRPr>
          </a:p>
          <a:p>
            <a:pPr marL="12700" marR="5080">
              <a:lnSpc>
                <a:spcPct val="100000"/>
              </a:lnSpc>
              <a:spcBef>
                <a:spcPts val="2880"/>
              </a:spcBef>
            </a:pPr>
            <a:r>
              <a:rPr sz="2200" spc="-10" dirty="0">
                <a:solidFill>
                  <a:schemeClr val="bg1"/>
                </a:solidFill>
                <a:latin typeface="Lucida Calligraphy" pitchFamily="66" charset="0"/>
                <a:ea typeface="Lucida Calligraphy" pitchFamily="66" charset="0"/>
                <a:cs typeface="Lucida Calligraphy" pitchFamily="66" charset="0"/>
              </a:rPr>
              <a:t>The</a:t>
            </a:r>
            <a:r>
              <a:rPr sz="2200" spc="-120" dirty="0">
                <a:solidFill>
                  <a:schemeClr val="bg1"/>
                </a:solidFill>
                <a:latin typeface="Lucida Calligraphy" pitchFamily="66" charset="0"/>
                <a:ea typeface="Lucida Calligraphy" pitchFamily="66" charset="0"/>
                <a:cs typeface="Lucida Calligraphy" pitchFamily="66" charset="0"/>
              </a:rPr>
              <a:t> </a:t>
            </a:r>
            <a:r>
              <a:rPr sz="2200" spc="120" dirty="0">
                <a:solidFill>
                  <a:schemeClr val="bg1"/>
                </a:solidFill>
                <a:latin typeface="Lucida Calligraphy" pitchFamily="66" charset="0"/>
                <a:ea typeface="Lucida Calligraphy" pitchFamily="66" charset="0"/>
                <a:cs typeface="Lucida Calligraphy" pitchFamily="66" charset="0"/>
              </a:rPr>
              <a:t>CSV</a:t>
            </a:r>
            <a:r>
              <a:rPr sz="2200" spc="-114" dirty="0">
                <a:solidFill>
                  <a:schemeClr val="bg1"/>
                </a:solidFill>
                <a:latin typeface="Lucida Calligraphy" pitchFamily="66" charset="0"/>
                <a:ea typeface="Lucida Calligraphy" pitchFamily="66" charset="0"/>
                <a:cs typeface="Lucida Calligraphy" pitchFamily="66" charset="0"/>
              </a:rPr>
              <a:t> </a:t>
            </a:r>
            <a:r>
              <a:rPr sz="2200" spc="-40" dirty="0">
                <a:solidFill>
                  <a:schemeClr val="bg1"/>
                </a:solidFill>
                <a:latin typeface="Lucida Calligraphy" pitchFamily="66" charset="0"/>
                <a:ea typeface="Lucida Calligraphy" pitchFamily="66" charset="0"/>
                <a:cs typeface="Lucida Calligraphy" pitchFamily="66" charset="0"/>
              </a:rPr>
              <a:t>file</a:t>
            </a:r>
            <a:r>
              <a:rPr sz="2200" spc="-125" dirty="0">
                <a:solidFill>
                  <a:schemeClr val="bg1"/>
                </a:solidFill>
                <a:latin typeface="Lucida Calligraphy" pitchFamily="66" charset="0"/>
                <a:ea typeface="Lucida Calligraphy" pitchFamily="66" charset="0"/>
                <a:cs typeface="Lucida Calligraphy" pitchFamily="66" charset="0"/>
              </a:rPr>
              <a:t> </a:t>
            </a:r>
            <a:r>
              <a:rPr sz="2200" spc="120" dirty="0">
                <a:solidFill>
                  <a:schemeClr val="bg1"/>
                </a:solidFill>
                <a:latin typeface="Lucida Calligraphy" pitchFamily="66" charset="0"/>
                <a:ea typeface="Lucida Calligraphy" pitchFamily="66" charset="0"/>
                <a:cs typeface="Lucida Calligraphy" pitchFamily="66" charset="0"/>
              </a:rPr>
              <a:t>has</a:t>
            </a:r>
            <a:r>
              <a:rPr sz="2200" spc="-125" dirty="0">
                <a:solidFill>
                  <a:schemeClr val="bg1"/>
                </a:solidFill>
                <a:latin typeface="Lucida Calligraphy" pitchFamily="66" charset="0"/>
                <a:ea typeface="Lucida Calligraphy" pitchFamily="66" charset="0"/>
                <a:cs typeface="Lucida Calligraphy" pitchFamily="66" charset="0"/>
              </a:rPr>
              <a:t> </a:t>
            </a:r>
            <a:r>
              <a:rPr sz="2200" spc="55" dirty="0">
                <a:solidFill>
                  <a:schemeClr val="bg1"/>
                </a:solidFill>
                <a:latin typeface="Lucida Calligraphy" pitchFamily="66" charset="0"/>
                <a:ea typeface="Lucida Calligraphy" pitchFamily="66" charset="0"/>
                <a:cs typeface="Lucida Calligraphy" pitchFamily="66" charset="0"/>
              </a:rPr>
              <a:t>the</a:t>
            </a:r>
            <a:r>
              <a:rPr sz="2200" spc="-114" dirty="0">
                <a:solidFill>
                  <a:schemeClr val="bg1"/>
                </a:solidFill>
                <a:latin typeface="Lucida Calligraphy" pitchFamily="66" charset="0"/>
                <a:ea typeface="Lucida Calligraphy" pitchFamily="66" charset="0"/>
                <a:cs typeface="Lucida Calligraphy" pitchFamily="66" charset="0"/>
              </a:rPr>
              <a:t> </a:t>
            </a:r>
            <a:r>
              <a:rPr sz="2200" spc="170" dirty="0">
                <a:solidFill>
                  <a:schemeClr val="bg1"/>
                </a:solidFill>
                <a:latin typeface="Lucida Calligraphy" pitchFamily="66" charset="0"/>
                <a:ea typeface="Lucida Calligraphy" pitchFamily="66" charset="0"/>
                <a:cs typeface="Lucida Calligraphy" pitchFamily="66" charset="0"/>
              </a:rPr>
              <a:t>data</a:t>
            </a:r>
            <a:r>
              <a:rPr sz="2200" spc="-114" dirty="0">
                <a:solidFill>
                  <a:schemeClr val="bg1"/>
                </a:solidFill>
                <a:latin typeface="Lucida Calligraphy" pitchFamily="66" charset="0"/>
                <a:ea typeface="Lucida Calligraphy" pitchFamily="66" charset="0"/>
                <a:cs typeface="Lucida Calligraphy" pitchFamily="66" charset="0"/>
              </a:rPr>
              <a:t> </a:t>
            </a:r>
            <a:r>
              <a:rPr sz="2200" spc="-20" dirty="0">
                <a:solidFill>
                  <a:schemeClr val="bg1"/>
                </a:solidFill>
                <a:latin typeface="Lucida Calligraphy" pitchFamily="66" charset="0"/>
                <a:ea typeface="Lucida Calligraphy" pitchFamily="66" charset="0"/>
                <a:cs typeface="Lucida Calligraphy" pitchFamily="66" charset="0"/>
              </a:rPr>
              <a:t>of</a:t>
            </a:r>
            <a:r>
              <a:rPr sz="2200" spc="-110" dirty="0">
                <a:solidFill>
                  <a:schemeClr val="bg1"/>
                </a:solidFill>
                <a:latin typeface="Lucida Calligraphy" pitchFamily="66" charset="0"/>
                <a:ea typeface="Lucida Calligraphy" pitchFamily="66" charset="0"/>
                <a:cs typeface="Lucida Calligraphy" pitchFamily="66" charset="0"/>
              </a:rPr>
              <a:t> </a:t>
            </a:r>
            <a:r>
              <a:rPr lang="en-IN" sz="2200" spc="-110" dirty="0">
                <a:solidFill>
                  <a:schemeClr val="bg1"/>
                </a:solidFill>
                <a:latin typeface="Lucida Calligraphy" pitchFamily="66" charset="0"/>
                <a:ea typeface="Lucida Calligraphy" pitchFamily="66" charset="0"/>
                <a:cs typeface="Lucida Calligraphy" pitchFamily="66" charset="0"/>
              </a:rPr>
              <a:t>attrition of employees</a:t>
            </a:r>
            <a:r>
              <a:rPr sz="2200" spc="-95" dirty="0">
                <a:solidFill>
                  <a:schemeClr val="bg1"/>
                </a:solidFill>
                <a:latin typeface="Lucida Calligraphy" pitchFamily="66" charset="0"/>
                <a:ea typeface="Lucida Calligraphy" pitchFamily="66" charset="0"/>
                <a:cs typeface="Lucida Calligraphy" pitchFamily="66" charset="0"/>
              </a:rPr>
              <a:t> </a:t>
            </a:r>
            <a:r>
              <a:rPr lang="en-IN" sz="2200" spc="-95" dirty="0">
                <a:solidFill>
                  <a:schemeClr val="bg1"/>
                </a:solidFill>
                <a:latin typeface="Lucida Calligraphy" pitchFamily="66" charset="0"/>
                <a:ea typeface="Lucida Calligraphy" pitchFamily="66" charset="0"/>
                <a:cs typeface="Lucida Calligraphy" pitchFamily="66" charset="0"/>
              </a:rPr>
              <a:t>with comparison to their </a:t>
            </a:r>
            <a:r>
              <a:rPr lang="en-IN" sz="2200" b="1" spc="-95" dirty="0">
                <a:solidFill>
                  <a:schemeClr val="bg1"/>
                </a:solidFill>
                <a:latin typeface="Lucida Calligraphy" pitchFamily="66" charset="0"/>
                <a:ea typeface="Lucida Calligraphy" pitchFamily="66" charset="0"/>
                <a:cs typeface="Lucida Calligraphy" pitchFamily="66" charset="0"/>
              </a:rPr>
              <a:t>age</a:t>
            </a:r>
            <a:r>
              <a:rPr lang="en-IN" sz="2200" spc="-95" dirty="0">
                <a:solidFill>
                  <a:schemeClr val="bg1"/>
                </a:solidFill>
                <a:latin typeface="Lucida Calligraphy" pitchFamily="66" charset="0"/>
                <a:ea typeface="Lucida Calligraphy" pitchFamily="66" charset="0"/>
                <a:cs typeface="Lucida Calligraphy" pitchFamily="66" charset="0"/>
              </a:rPr>
              <a:t>, </a:t>
            </a:r>
            <a:r>
              <a:rPr lang="en-IN" sz="2200" b="1" spc="-95" dirty="0">
                <a:solidFill>
                  <a:schemeClr val="bg1"/>
                </a:solidFill>
                <a:latin typeface="Lucida Calligraphy" pitchFamily="66" charset="0"/>
                <a:ea typeface="Lucida Calligraphy" pitchFamily="66" charset="0"/>
                <a:cs typeface="Lucida Calligraphy" pitchFamily="66" charset="0"/>
              </a:rPr>
              <a:t>gender</a:t>
            </a:r>
            <a:r>
              <a:rPr lang="en-IN" sz="2200" spc="-95" dirty="0">
                <a:solidFill>
                  <a:schemeClr val="bg1"/>
                </a:solidFill>
                <a:latin typeface="Lucida Calligraphy" pitchFamily="66" charset="0"/>
                <a:ea typeface="Lucida Calligraphy" pitchFamily="66" charset="0"/>
                <a:cs typeface="Lucida Calligraphy" pitchFamily="66" charset="0"/>
              </a:rPr>
              <a:t>,</a:t>
            </a:r>
            <a:r>
              <a:rPr lang="en-IN" sz="2200" b="1" spc="-95" dirty="0">
                <a:solidFill>
                  <a:schemeClr val="bg1"/>
                </a:solidFill>
                <a:latin typeface="Lucida Calligraphy" pitchFamily="66" charset="0"/>
                <a:ea typeface="Lucida Calligraphy" pitchFamily="66" charset="0"/>
                <a:cs typeface="Lucida Calligraphy" pitchFamily="66" charset="0"/>
              </a:rPr>
              <a:t> education level</a:t>
            </a:r>
            <a:r>
              <a:rPr lang="en-IN" sz="2200" spc="-95" dirty="0">
                <a:solidFill>
                  <a:schemeClr val="bg1"/>
                </a:solidFill>
                <a:latin typeface="Lucida Calligraphy" pitchFamily="66" charset="0"/>
                <a:ea typeface="Lucida Calligraphy" pitchFamily="66" charset="0"/>
                <a:cs typeface="Lucida Calligraphy" pitchFamily="66" charset="0"/>
              </a:rPr>
              <a:t> and other variables.</a:t>
            </a:r>
            <a:endParaRPr sz="2200">
              <a:solidFill>
                <a:schemeClr val="bg1"/>
              </a:solidFill>
              <a:latin typeface="Lucida Calligraphy" pitchFamily="66" charset="0"/>
              <a:ea typeface="Lucida Calligraphy" pitchFamily="66" charset="0"/>
              <a:cs typeface="Lucida Calligraphy" pitchFamily="66"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a:spLocks noGrp="1" noEditPoints="1"/>
          </p:cNvSpPr>
          <p:nvPr>
            <p:ph type="title"/>
          </p:nvPr>
        </p:nvSpPr>
        <p:spPr>
          <a:xfrm>
            <a:off x="1415480" y="620688"/>
            <a:ext cx="4176464" cy="734644"/>
          </a:xfrm>
          <a:prstGeom prst="rect">
            <a:avLst/>
          </a:prstGeom>
        </p:spPr>
        <p:txBody>
          <a:bodyPr vert="horz" wrap="square" lIns="0" tIns="12700" rIns="0" bIns="0" rtlCol="0">
            <a:spAutoFit/>
          </a:bodyPr>
          <a:lstStyle/>
          <a:p>
            <a:pPr marL="12700">
              <a:lnSpc>
                <a:spcPct val="100000"/>
              </a:lnSpc>
              <a:spcBef>
                <a:spcPts val="100"/>
              </a:spcBef>
            </a:pPr>
            <a:r>
              <a:rPr sz="4800" spc="-5" dirty="0">
                <a:solidFill>
                  <a:schemeClr val="bg1"/>
                </a:solidFill>
              </a:rPr>
              <a:t>Data</a:t>
            </a:r>
            <a:r>
              <a:rPr sz="4800" spc="-80" dirty="0">
                <a:solidFill>
                  <a:schemeClr val="bg1"/>
                </a:solidFill>
              </a:rPr>
              <a:t> </a:t>
            </a:r>
            <a:r>
              <a:rPr sz="4800" dirty="0">
                <a:solidFill>
                  <a:schemeClr val="bg1"/>
                </a:solidFill>
              </a:rPr>
              <a:t>Cleaning</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txBox="1"/>
          <p:nvPr/>
        </p:nvSpPr>
        <p:spPr>
          <a:xfrm>
            <a:off x="11596116" y="6445541"/>
            <a:ext cx="163195" cy="196215"/>
          </a:xfrm>
          <a:prstGeom prst="rect">
            <a:avLst/>
          </a:prstGeom>
        </p:spPr>
        <p:txBody>
          <a:bodyPr vert="horz" wrap="square" lIns="0" tIns="0" rIns="0" bIns="0" rtlCol="0">
            <a:spAutoFit/>
          </a:bodyPr>
          <a:lstStyle/>
          <a:p>
            <a:pPr marL="38100">
              <a:lnSpc>
                <a:spcPts val="1430"/>
              </a:lnSpc>
            </a:pPr>
            <a:fld id="{81D60167-4931-47E6-BA6A-407CBD079E47}" type="slidenum">
              <a:rPr sz="1200" dirty="0">
                <a:solidFill>
                  <a:srgbClr val="627083"/>
                </a:solidFill>
                <a:latin typeface="Arial MT"/>
                <a:cs typeface="Arial MT"/>
              </a:rPr>
              <a:t>5</a:t>
            </a:fld>
            <a:endParaRPr sz="1200">
              <a:latin typeface="Arial MT"/>
              <a:cs typeface="Arial MT"/>
            </a:endParaRPr>
          </a:p>
        </p:txBody>
      </p:sp>
      <p:sp>
        <p:nvSpPr>
          <p:cNvPr id="3" name="object 3"/>
          <p:cNvSpPr txBox="1"/>
          <p:nvPr/>
        </p:nvSpPr>
        <p:spPr>
          <a:xfrm>
            <a:off x="695400" y="2060848"/>
            <a:ext cx="9649072" cy="4915901"/>
          </a:xfrm>
          <a:prstGeom prst="rect">
            <a:avLst/>
          </a:prstGeom>
        </p:spPr>
        <p:txBody>
          <a:bodyPr vert="horz" wrap="square" lIns="0" tIns="12700" rIns="0" bIns="0" rtlCol="0">
            <a:spAutoFit/>
          </a:bodyPr>
          <a:lstStyle/>
          <a:p>
            <a:pPr marL="355600" indent="-342900">
              <a:lnSpc>
                <a:spcPct val="100000"/>
              </a:lnSpc>
              <a:spcBef>
                <a:spcPts val="100"/>
              </a:spcBef>
              <a:buFont typeface="Arial" pitchFamily="34" charset="0" panose="020B0604020202020204"/>
              <a:buChar char="•"/>
            </a:pPr>
            <a:r>
              <a:rPr sz="2200" spc="5" dirty="0">
                <a:solidFill>
                  <a:schemeClr val="bg1"/>
                </a:solidFill>
                <a:latin typeface="Lucida Calligraphy" pitchFamily="66" charset="0"/>
                <a:ea typeface="Lucida Calligraphy" pitchFamily="66" charset="0"/>
                <a:cs typeface="Lucida Calligraphy" pitchFamily="66" charset="0"/>
              </a:rPr>
              <a:t>There</a:t>
            </a:r>
            <a:r>
              <a:rPr sz="2200" spc="-130" dirty="0">
                <a:solidFill>
                  <a:schemeClr val="bg1"/>
                </a:solidFill>
                <a:latin typeface="Lucida Calligraphy" pitchFamily="66" charset="0"/>
                <a:ea typeface="Lucida Calligraphy" pitchFamily="66" charset="0"/>
                <a:cs typeface="Lucida Calligraphy" pitchFamily="66" charset="0"/>
              </a:rPr>
              <a:t> </a:t>
            </a:r>
            <a:r>
              <a:rPr sz="2200" spc="80" dirty="0">
                <a:solidFill>
                  <a:schemeClr val="bg1"/>
                </a:solidFill>
                <a:latin typeface="Lucida Calligraphy" pitchFamily="66" charset="0"/>
                <a:ea typeface="Lucida Calligraphy" pitchFamily="66" charset="0"/>
                <a:cs typeface="Lucida Calligraphy" pitchFamily="66" charset="0"/>
              </a:rPr>
              <a:t>were</a:t>
            </a:r>
            <a:r>
              <a:rPr sz="2200" spc="-120" dirty="0">
                <a:solidFill>
                  <a:schemeClr val="bg1"/>
                </a:solidFill>
                <a:latin typeface="Lucida Calligraphy" pitchFamily="66" charset="0"/>
                <a:ea typeface="Lucida Calligraphy" pitchFamily="66" charset="0"/>
                <a:cs typeface="Lucida Calligraphy" pitchFamily="66" charset="0"/>
              </a:rPr>
              <a:t> </a:t>
            </a:r>
            <a:r>
              <a:rPr lang="en-IN" sz="2200" b="1" spc="-120" dirty="0">
                <a:solidFill>
                  <a:schemeClr val="bg1"/>
                </a:solidFill>
                <a:latin typeface="Lucida Calligraphy" pitchFamily="66" charset="0"/>
                <a:ea typeface="Lucida Calligraphy" pitchFamily="66" charset="0"/>
                <a:cs typeface="Lucida Calligraphy" pitchFamily="66" charset="0"/>
              </a:rPr>
              <a:t>111</a:t>
            </a:r>
            <a:r>
              <a:rPr sz="2200" spc="-120" dirty="0">
                <a:solidFill>
                  <a:schemeClr val="bg1"/>
                </a:solidFill>
                <a:latin typeface="Lucida Calligraphy" pitchFamily="66" charset="0"/>
                <a:ea typeface="Lucida Calligraphy" pitchFamily="66" charset="0"/>
                <a:cs typeface="Lucida Calligraphy" pitchFamily="66" charset="0"/>
              </a:rPr>
              <a:t> </a:t>
            </a:r>
            <a:r>
              <a:rPr sz="2200" spc="-60" dirty="0">
                <a:solidFill>
                  <a:schemeClr val="bg1"/>
                </a:solidFill>
                <a:latin typeface="Lucida Calligraphy" pitchFamily="66" charset="0"/>
                <a:ea typeface="Lucida Calligraphy" pitchFamily="66" charset="0"/>
                <a:cs typeface="Lucida Calligraphy" pitchFamily="66" charset="0"/>
              </a:rPr>
              <a:t>Nu</a:t>
            </a:r>
            <a:r>
              <a:rPr sz="2200" spc="-35" dirty="0">
                <a:solidFill>
                  <a:schemeClr val="bg1"/>
                </a:solidFill>
                <a:latin typeface="Lucida Calligraphy" pitchFamily="66" charset="0"/>
                <a:ea typeface="Lucida Calligraphy" pitchFamily="66" charset="0"/>
                <a:cs typeface="Lucida Calligraphy" pitchFamily="66" charset="0"/>
              </a:rPr>
              <a:t>l</a:t>
            </a:r>
            <a:r>
              <a:rPr sz="2200" spc="-105" dirty="0">
                <a:solidFill>
                  <a:schemeClr val="bg1"/>
                </a:solidFill>
                <a:latin typeface="Lucida Calligraphy" pitchFamily="66" charset="0"/>
                <a:ea typeface="Lucida Calligraphy" pitchFamily="66" charset="0"/>
                <a:cs typeface="Lucida Calligraphy" pitchFamily="66" charset="0"/>
              </a:rPr>
              <a:t>l</a:t>
            </a:r>
            <a:r>
              <a:rPr sz="2200" spc="-130" dirty="0">
                <a:solidFill>
                  <a:schemeClr val="bg1"/>
                </a:solidFill>
                <a:latin typeface="Lucida Calligraphy" pitchFamily="66" charset="0"/>
                <a:ea typeface="Lucida Calligraphy" pitchFamily="66" charset="0"/>
                <a:cs typeface="Lucida Calligraphy" pitchFamily="66" charset="0"/>
              </a:rPr>
              <a:t> </a:t>
            </a:r>
            <a:r>
              <a:rPr sz="2200" spc="195" dirty="0">
                <a:solidFill>
                  <a:schemeClr val="bg1"/>
                </a:solidFill>
                <a:latin typeface="Lucida Calligraphy" pitchFamily="66" charset="0"/>
                <a:ea typeface="Lucida Calligraphy" pitchFamily="66" charset="0"/>
                <a:cs typeface="Lucida Calligraphy" pitchFamily="66" charset="0"/>
              </a:rPr>
              <a:t>va</a:t>
            </a:r>
            <a:r>
              <a:rPr sz="2200" spc="30" dirty="0">
                <a:solidFill>
                  <a:schemeClr val="bg1"/>
                </a:solidFill>
                <a:latin typeface="Lucida Calligraphy" pitchFamily="66" charset="0"/>
                <a:ea typeface="Lucida Calligraphy" pitchFamily="66" charset="0"/>
                <a:cs typeface="Lucida Calligraphy" pitchFamily="66" charset="0"/>
              </a:rPr>
              <a:t>lues</a:t>
            </a:r>
            <a:r>
              <a:rPr sz="2200" spc="-114" dirty="0">
                <a:solidFill>
                  <a:schemeClr val="bg1"/>
                </a:solidFill>
                <a:latin typeface="Lucida Calligraphy" pitchFamily="66" charset="0"/>
                <a:ea typeface="Lucida Calligraphy" pitchFamily="66" charset="0"/>
                <a:cs typeface="Lucida Calligraphy" pitchFamily="66" charset="0"/>
              </a:rPr>
              <a:t> </a:t>
            </a:r>
            <a:r>
              <a:rPr sz="2200" spc="-15" dirty="0">
                <a:solidFill>
                  <a:schemeClr val="bg1"/>
                </a:solidFill>
                <a:latin typeface="Lucida Calligraphy" pitchFamily="66" charset="0"/>
                <a:ea typeface="Lucida Calligraphy" pitchFamily="66" charset="0"/>
                <a:cs typeface="Lucida Calligraphy" pitchFamily="66" charset="0"/>
              </a:rPr>
              <a:t>or</a:t>
            </a:r>
            <a:r>
              <a:rPr sz="2200" spc="-120" dirty="0">
                <a:solidFill>
                  <a:schemeClr val="bg1"/>
                </a:solidFill>
                <a:latin typeface="Lucida Calligraphy" pitchFamily="66" charset="0"/>
                <a:ea typeface="Lucida Calligraphy" pitchFamily="66" charset="0"/>
                <a:cs typeface="Lucida Calligraphy" pitchFamily="66" charset="0"/>
              </a:rPr>
              <a:t> </a:t>
            </a:r>
            <a:r>
              <a:rPr sz="2200" spc="5" dirty="0">
                <a:solidFill>
                  <a:schemeClr val="bg1"/>
                </a:solidFill>
                <a:latin typeface="Lucida Calligraphy" pitchFamily="66" charset="0"/>
                <a:ea typeface="Lucida Calligraphy" pitchFamily="66" charset="0"/>
                <a:cs typeface="Lucida Calligraphy" pitchFamily="66" charset="0"/>
              </a:rPr>
              <a:t>b</a:t>
            </a:r>
            <a:r>
              <a:rPr sz="2200" spc="-10" dirty="0">
                <a:solidFill>
                  <a:schemeClr val="bg1"/>
                </a:solidFill>
                <a:latin typeface="Lucida Calligraphy" pitchFamily="66" charset="0"/>
                <a:ea typeface="Lucida Calligraphy" pitchFamily="66" charset="0"/>
                <a:cs typeface="Lucida Calligraphy" pitchFamily="66" charset="0"/>
              </a:rPr>
              <a:t>l</a:t>
            </a:r>
            <a:r>
              <a:rPr sz="2200" spc="60" dirty="0">
                <a:solidFill>
                  <a:schemeClr val="bg1"/>
                </a:solidFill>
                <a:latin typeface="Lucida Calligraphy" pitchFamily="66" charset="0"/>
                <a:ea typeface="Lucida Calligraphy" pitchFamily="66" charset="0"/>
                <a:cs typeface="Lucida Calligraphy" pitchFamily="66" charset="0"/>
              </a:rPr>
              <a:t>ank</a:t>
            </a:r>
            <a:r>
              <a:rPr sz="2200" spc="-120" dirty="0">
                <a:solidFill>
                  <a:schemeClr val="bg1"/>
                </a:solidFill>
                <a:latin typeface="Lucida Calligraphy" pitchFamily="66" charset="0"/>
                <a:ea typeface="Lucida Calligraphy" pitchFamily="66" charset="0"/>
                <a:cs typeface="Lucida Calligraphy" pitchFamily="66" charset="0"/>
              </a:rPr>
              <a:t> </a:t>
            </a:r>
            <a:r>
              <a:rPr sz="2200" spc="-10" dirty="0">
                <a:solidFill>
                  <a:schemeClr val="bg1"/>
                </a:solidFill>
                <a:latin typeface="Lucida Calligraphy" pitchFamily="66" charset="0"/>
                <a:ea typeface="Lucida Calligraphy" pitchFamily="66" charset="0"/>
                <a:cs typeface="Lucida Calligraphy" pitchFamily="66" charset="0"/>
              </a:rPr>
              <a:t>fiel</a:t>
            </a:r>
            <a:r>
              <a:rPr sz="2200" spc="-20" dirty="0">
                <a:solidFill>
                  <a:schemeClr val="bg1"/>
                </a:solidFill>
                <a:latin typeface="Lucida Calligraphy" pitchFamily="66" charset="0"/>
                <a:ea typeface="Lucida Calligraphy" pitchFamily="66" charset="0"/>
                <a:cs typeface="Lucida Calligraphy" pitchFamily="66" charset="0"/>
              </a:rPr>
              <a:t>d</a:t>
            </a:r>
            <a:r>
              <a:rPr sz="2200" spc="30" dirty="0">
                <a:solidFill>
                  <a:schemeClr val="bg1"/>
                </a:solidFill>
                <a:latin typeface="Lucida Calligraphy" pitchFamily="66" charset="0"/>
                <a:ea typeface="Lucida Calligraphy" pitchFamily="66" charset="0"/>
                <a:cs typeface="Lucida Calligraphy" pitchFamily="66" charset="0"/>
              </a:rPr>
              <a:t>s</a:t>
            </a:r>
            <a:endParaRPr lang="en-IN" sz="2200" spc="30" dirty="0">
              <a:solidFill>
                <a:schemeClr val="bg1"/>
              </a:solidFill>
              <a:latin typeface="Lucida Calligraphy" pitchFamily="66" charset="0"/>
              <a:ea typeface="Lucida Calligraphy" pitchFamily="66" charset="0"/>
              <a:cs typeface="Lucida Calligraphy" pitchFamily="66" charset="0"/>
            </a:endParaRPr>
          </a:p>
          <a:p>
            <a:pPr marL="12700">
              <a:lnSpc>
                <a:spcPct val="100000"/>
              </a:lnSpc>
              <a:spcBef>
                <a:spcPts val="100"/>
              </a:spcBef>
            </a:pPr>
            <a:endParaRPr lang="en-IN" sz="2200" spc="30" dirty="0">
              <a:solidFill>
                <a:schemeClr val="bg1"/>
              </a:solidFill>
              <a:latin typeface="Lucida Calligraphy" pitchFamily="66" charset="0"/>
              <a:ea typeface="Lucida Calligraphy" pitchFamily="66" charset="0"/>
              <a:cs typeface="Lucida Calligraphy" pitchFamily="66" charset="0"/>
            </a:endParaRPr>
          </a:p>
          <a:p>
            <a:pPr marL="355600" indent="-342900">
              <a:lnSpc>
                <a:spcPct val="100000"/>
              </a:lnSpc>
              <a:spcBef>
                <a:spcPts val="100"/>
              </a:spcBef>
              <a:buFont typeface="Arial" pitchFamily="34" charset="0" panose="020B0604020202020204"/>
              <a:buChar char="•"/>
            </a:pPr>
            <a:r>
              <a:rPr lang="en-IN" sz="2200" spc="30" dirty="0">
                <a:solidFill>
                  <a:schemeClr val="bg1"/>
                </a:solidFill>
                <a:latin typeface="Lucida Calligraphy" pitchFamily="66" charset="0"/>
                <a:ea typeface="Lucida Calligraphy" pitchFamily="66" charset="0"/>
                <a:cs typeface="Lucida Calligraphy" pitchFamily="66" charset="0"/>
              </a:rPr>
              <a:t>We imputed the null values by the forward fill method by using the median values of the respective columns.</a:t>
            </a:r>
          </a:p>
          <a:p>
            <a:pPr marL="355600" marR="5080" indent="-342900">
              <a:lnSpc>
                <a:spcPct val="100000"/>
              </a:lnSpc>
              <a:spcBef>
                <a:spcPts val="2885"/>
              </a:spcBef>
              <a:buFont typeface="Arial" pitchFamily="34" charset="0" panose="020B0604020202020204"/>
              <a:buChar char="•"/>
            </a:pPr>
            <a:r>
              <a:rPr lang="en-IN" sz="2200" spc="85" dirty="0">
                <a:solidFill>
                  <a:schemeClr val="bg1"/>
                </a:solidFill>
                <a:latin typeface="Lucida Calligraphy" pitchFamily="66" charset="0"/>
                <a:ea typeface="Lucida Calligraphy" pitchFamily="66" charset="0"/>
                <a:cs typeface="Lucida Calligraphy" pitchFamily="66" charset="0"/>
              </a:rPr>
              <a:t>V</a:t>
            </a:r>
            <a:r>
              <a:rPr sz="2200" spc="85" dirty="0">
                <a:solidFill>
                  <a:schemeClr val="bg1"/>
                </a:solidFill>
                <a:latin typeface="Lucida Calligraphy" pitchFamily="66" charset="0"/>
                <a:ea typeface="Lucida Calligraphy" pitchFamily="66" charset="0"/>
                <a:cs typeface="Lucida Calligraphy" pitchFamily="66" charset="0"/>
              </a:rPr>
              <a:t>alues </a:t>
            </a:r>
            <a:r>
              <a:rPr sz="2200" spc="-30" dirty="0">
                <a:solidFill>
                  <a:schemeClr val="bg1"/>
                </a:solidFill>
                <a:latin typeface="Lucida Calligraphy" pitchFamily="66" charset="0"/>
                <a:ea typeface="Lucida Calligraphy" pitchFamily="66" charset="0"/>
                <a:cs typeface="Lucida Calligraphy" pitchFamily="66" charset="0"/>
              </a:rPr>
              <a:t>in </a:t>
            </a:r>
            <a:r>
              <a:rPr sz="2200" spc="-10" dirty="0">
                <a:solidFill>
                  <a:schemeClr val="bg1"/>
                </a:solidFill>
                <a:latin typeface="Lucida Calligraphy" pitchFamily="66" charset="0"/>
                <a:ea typeface="Lucida Calligraphy" pitchFamily="66" charset="0"/>
                <a:cs typeface="Lucida Calligraphy" pitchFamily="66" charset="0"/>
              </a:rPr>
              <a:t>‘</a:t>
            </a:r>
            <a:r>
              <a:rPr lang="en-IN" sz="2200" b="1" spc="-10" dirty="0">
                <a:solidFill>
                  <a:schemeClr val="bg1"/>
                </a:solidFill>
                <a:latin typeface="Lucida Calligraphy" pitchFamily="66" charset="0"/>
                <a:ea typeface="Lucida Calligraphy" pitchFamily="66" charset="0"/>
                <a:cs typeface="Lucida Calligraphy" pitchFamily="66" charset="0"/>
              </a:rPr>
              <a:t>Attrition</a:t>
            </a:r>
            <a:r>
              <a:rPr sz="2200" spc="-20" dirty="0">
                <a:solidFill>
                  <a:schemeClr val="bg1"/>
                </a:solidFill>
                <a:latin typeface="Lucida Calligraphy" pitchFamily="66" charset="0"/>
                <a:ea typeface="Lucida Calligraphy" pitchFamily="66" charset="0"/>
                <a:cs typeface="Lucida Calligraphy" pitchFamily="66" charset="0"/>
              </a:rPr>
              <a:t>’ </a:t>
            </a:r>
            <a:r>
              <a:rPr sz="2200" spc="75" dirty="0">
                <a:solidFill>
                  <a:schemeClr val="bg1"/>
                </a:solidFill>
                <a:latin typeface="Lucida Calligraphy" pitchFamily="66" charset="0"/>
                <a:ea typeface="Lucida Calligraphy" pitchFamily="66" charset="0"/>
                <a:cs typeface="Lucida Calligraphy" pitchFamily="66" charset="0"/>
              </a:rPr>
              <a:t>column</a:t>
            </a:r>
            <a:r>
              <a:rPr lang="en-IN" sz="2200" spc="75" dirty="0">
                <a:solidFill>
                  <a:schemeClr val="bg1"/>
                </a:solidFill>
                <a:latin typeface="Lucida Calligraphy" pitchFamily="66" charset="0"/>
                <a:ea typeface="Lucida Calligraphy" pitchFamily="66" charset="0"/>
                <a:cs typeface="Lucida Calligraphy" pitchFamily="66" charset="0"/>
              </a:rPr>
              <a:t> is</a:t>
            </a:r>
            <a:r>
              <a:rPr sz="2200" spc="120" dirty="0">
                <a:solidFill>
                  <a:schemeClr val="bg1"/>
                </a:solidFill>
                <a:latin typeface="Lucida Calligraphy" pitchFamily="66" charset="0"/>
                <a:ea typeface="Lucida Calligraphy" pitchFamily="66" charset="0"/>
                <a:cs typeface="Lucida Calligraphy" pitchFamily="66" charset="0"/>
              </a:rPr>
              <a:t> </a:t>
            </a:r>
            <a:r>
              <a:rPr sz="2200" spc="-30" dirty="0">
                <a:solidFill>
                  <a:schemeClr val="bg1"/>
                </a:solidFill>
                <a:latin typeface="Lucida Calligraphy" pitchFamily="66" charset="0"/>
                <a:ea typeface="Lucida Calligraphy" pitchFamily="66" charset="0"/>
                <a:cs typeface="Lucida Calligraphy" pitchFamily="66" charset="0"/>
              </a:rPr>
              <a:t>in </a:t>
            </a:r>
            <a:r>
              <a:rPr sz="2200" spc="-25" dirty="0">
                <a:solidFill>
                  <a:schemeClr val="bg1"/>
                </a:solidFill>
                <a:latin typeface="Lucida Calligraphy" pitchFamily="66" charset="0"/>
                <a:ea typeface="Lucida Calligraphy" pitchFamily="66" charset="0"/>
                <a:cs typeface="Lucida Calligraphy" pitchFamily="66" charset="0"/>
              </a:rPr>
              <a:t> </a:t>
            </a:r>
            <a:r>
              <a:rPr sz="2200" spc="10" dirty="0">
                <a:solidFill>
                  <a:schemeClr val="bg1"/>
                </a:solidFill>
                <a:latin typeface="Lucida Calligraphy" pitchFamily="66" charset="0"/>
                <a:ea typeface="Lucida Calligraphy" pitchFamily="66" charset="0"/>
                <a:cs typeface="Lucida Calligraphy" pitchFamily="66" charset="0"/>
              </a:rPr>
              <a:t>String</a:t>
            </a:r>
            <a:r>
              <a:rPr sz="2200" spc="-120" dirty="0">
                <a:solidFill>
                  <a:schemeClr val="bg1"/>
                </a:solidFill>
                <a:latin typeface="Lucida Calligraphy" pitchFamily="66" charset="0"/>
                <a:ea typeface="Lucida Calligraphy" pitchFamily="66" charset="0"/>
                <a:cs typeface="Lucida Calligraphy" pitchFamily="66" charset="0"/>
              </a:rPr>
              <a:t> </a:t>
            </a:r>
            <a:r>
              <a:rPr sz="2200" spc="80" dirty="0">
                <a:solidFill>
                  <a:schemeClr val="bg1"/>
                </a:solidFill>
                <a:latin typeface="Lucida Calligraphy" pitchFamily="66" charset="0"/>
                <a:ea typeface="Lucida Calligraphy" pitchFamily="66" charset="0"/>
                <a:cs typeface="Lucida Calligraphy" pitchFamily="66" charset="0"/>
              </a:rPr>
              <a:t>datatype.</a:t>
            </a:r>
            <a:r>
              <a:rPr sz="2200" spc="-105" dirty="0">
                <a:solidFill>
                  <a:schemeClr val="bg1"/>
                </a:solidFill>
                <a:latin typeface="Lucida Calligraphy" pitchFamily="66" charset="0"/>
                <a:ea typeface="Lucida Calligraphy" pitchFamily="66" charset="0"/>
                <a:cs typeface="Lucida Calligraphy" pitchFamily="66" charset="0"/>
              </a:rPr>
              <a:t> </a:t>
            </a:r>
            <a:r>
              <a:rPr sz="2200" spc="85" dirty="0">
                <a:solidFill>
                  <a:schemeClr val="bg1"/>
                </a:solidFill>
                <a:latin typeface="Lucida Calligraphy" pitchFamily="66" charset="0"/>
                <a:ea typeface="Lucida Calligraphy" pitchFamily="66" charset="0"/>
                <a:cs typeface="Lucida Calligraphy" pitchFamily="66" charset="0"/>
              </a:rPr>
              <a:t>So</a:t>
            </a:r>
            <a:r>
              <a:rPr sz="2200" spc="-114" dirty="0">
                <a:solidFill>
                  <a:schemeClr val="bg1"/>
                </a:solidFill>
                <a:latin typeface="Lucida Calligraphy" pitchFamily="66" charset="0"/>
                <a:ea typeface="Lucida Calligraphy" pitchFamily="66" charset="0"/>
                <a:cs typeface="Lucida Calligraphy" pitchFamily="66" charset="0"/>
              </a:rPr>
              <a:t> </a:t>
            </a:r>
            <a:r>
              <a:rPr sz="2200" spc="130" dirty="0">
                <a:solidFill>
                  <a:schemeClr val="bg1"/>
                </a:solidFill>
                <a:latin typeface="Lucida Calligraphy" pitchFamily="66" charset="0"/>
                <a:ea typeface="Lucida Calligraphy" pitchFamily="66" charset="0"/>
                <a:cs typeface="Lucida Calligraphy" pitchFamily="66" charset="0"/>
              </a:rPr>
              <a:t>we</a:t>
            </a:r>
            <a:r>
              <a:rPr sz="2200" spc="-120" dirty="0">
                <a:solidFill>
                  <a:schemeClr val="bg1"/>
                </a:solidFill>
                <a:latin typeface="Lucida Calligraphy" pitchFamily="66" charset="0"/>
                <a:ea typeface="Lucida Calligraphy" pitchFamily="66" charset="0"/>
                <a:cs typeface="Lucida Calligraphy" pitchFamily="66" charset="0"/>
              </a:rPr>
              <a:t> </a:t>
            </a:r>
            <a:r>
              <a:rPr sz="2200" spc="80" dirty="0">
                <a:solidFill>
                  <a:schemeClr val="bg1"/>
                </a:solidFill>
                <a:latin typeface="Lucida Calligraphy" pitchFamily="66" charset="0"/>
                <a:ea typeface="Lucida Calligraphy" pitchFamily="66" charset="0"/>
                <a:cs typeface="Lucida Calligraphy" pitchFamily="66" charset="0"/>
              </a:rPr>
              <a:t>converted</a:t>
            </a:r>
            <a:r>
              <a:rPr sz="2200" spc="-95" dirty="0">
                <a:solidFill>
                  <a:schemeClr val="bg1"/>
                </a:solidFill>
                <a:latin typeface="Lucida Calligraphy" pitchFamily="66" charset="0"/>
                <a:ea typeface="Lucida Calligraphy" pitchFamily="66" charset="0"/>
                <a:cs typeface="Lucida Calligraphy" pitchFamily="66" charset="0"/>
              </a:rPr>
              <a:t> </a:t>
            </a:r>
            <a:r>
              <a:rPr sz="2200" spc="100" dirty="0">
                <a:solidFill>
                  <a:schemeClr val="bg1"/>
                </a:solidFill>
                <a:latin typeface="Lucida Calligraphy" pitchFamily="66" charset="0"/>
                <a:ea typeface="Lucida Calligraphy" pitchFamily="66" charset="0"/>
                <a:cs typeface="Lucida Calligraphy" pitchFamily="66" charset="0"/>
              </a:rPr>
              <a:t>them</a:t>
            </a:r>
            <a:r>
              <a:rPr sz="2200" spc="-114" dirty="0">
                <a:solidFill>
                  <a:schemeClr val="bg1"/>
                </a:solidFill>
                <a:latin typeface="Lucida Calligraphy" pitchFamily="66" charset="0"/>
                <a:ea typeface="Lucida Calligraphy" pitchFamily="66" charset="0"/>
                <a:cs typeface="Lucida Calligraphy" pitchFamily="66" charset="0"/>
              </a:rPr>
              <a:t> </a:t>
            </a:r>
            <a:r>
              <a:rPr sz="2200" spc="15" dirty="0">
                <a:solidFill>
                  <a:schemeClr val="bg1"/>
                </a:solidFill>
                <a:latin typeface="Lucida Calligraphy" pitchFamily="66" charset="0"/>
                <a:ea typeface="Lucida Calligraphy" pitchFamily="66" charset="0"/>
                <a:cs typeface="Lucida Calligraphy" pitchFamily="66" charset="0"/>
              </a:rPr>
              <a:t>to</a:t>
            </a:r>
            <a:r>
              <a:rPr sz="2200" spc="-114" dirty="0">
                <a:solidFill>
                  <a:schemeClr val="bg1"/>
                </a:solidFill>
                <a:latin typeface="Lucida Calligraphy" pitchFamily="66" charset="0"/>
                <a:ea typeface="Lucida Calligraphy" pitchFamily="66" charset="0"/>
                <a:cs typeface="Lucida Calligraphy" pitchFamily="66" charset="0"/>
              </a:rPr>
              <a:t> </a:t>
            </a:r>
            <a:r>
              <a:rPr lang="en-IN" sz="2200" b="1" spc="75" dirty="0">
                <a:solidFill>
                  <a:schemeClr val="bg1"/>
                </a:solidFill>
                <a:latin typeface="Lucida Calligraphy" pitchFamily="66" charset="0"/>
                <a:ea typeface="Lucida Calligraphy" pitchFamily="66" charset="0"/>
                <a:cs typeface="Lucida Calligraphy" pitchFamily="66" charset="0"/>
              </a:rPr>
              <a:t>Integer</a:t>
            </a:r>
            <a:r>
              <a:rPr sz="2200" b="1" spc="-80" dirty="0">
                <a:solidFill>
                  <a:schemeClr val="bg1"/>
                </a:solidFill>
                <a:latin typeface="Lucida Calligraphy" pitchFamily="66" charset="0"/>
                <a:ea typeface="Lucida Calligraphy" pitchFamily="66" charset="0"/>
                <a:cs typeface="Lucida Calligraphy" pitchFamily="66" charset="0"/>
              </a:rPr>
              <a:t> </a:t>
            </a:r>
            <a:r>
              <a:rPr sz="2200" spc="125" dirty="0">
                <a:solidFill>
                  <a:schemeClr val="bg1"/>
                </a:solidFill>
                <a:latin typeface="Lucida Calligraphy" pitchFamily="66" charset="0"/>
                <a:ea typeface="Lucida Calligraphy" pitchFamily="66" charset="0"/>
                <a:cs typeface="Lucida Calligraphy" pitchFamily="66" charset="0"/>
              </a:rPr>
              <a:t>datatype </a:t>
            </a:r>
            <a:r>
              <a:rPr sz="2200" spc="-745" dirty="0">
                <a:solidFill>
                  <a:schemeClr val="bg1"/>
                </a:solidFill>
                <a:latin typeface="Lucida Calligraphy" pitchFamily="66" charset="0"/>
                <a:ea typeface="Lucida Calligraphy" pitchFamily="66" charset="0"/>
                <a:cs typeface="Lucida Calligraphy" pitchFamily="66" charset="0"/>
              </a:rPr>
              <a:t> </a:t>
            </a:r>
            <a:r>
              <a:rPr sz="2200" spc="25" dirty="0">
                <a:solidFill>
                  <a:schemeClr val="bg1"/>
                </a:solidFill>
                <a:latin typeface="Lucida Calligraphy" pitchFamily="66" charset="0"/>
                <a:ea typeface="Lucida Calligraphy" pitchFamily="66" charset="0"/>
                <a:cs typeface="Lucida Calligraphy" pitchFamily="66" charset="0"/>
              </a:rPr>
              <a:t>using</a:t>
            </a:r>
            <a:r>
              <a:rPr sz="2200" spc="-130" dirty="0">
                <a:solidFill>
                  <a:schemeClr val="bg1"/>
                </a:solidFill>
                <a:latin typeface="Lucida Calligraphy" pitchFamily="66" charset="0"/>
                <a:ea typeface="Lucida Calligraphy" pitchFamily="66" charset="0"/>
                <a:cs typeface="Lucida Calligraphy" pitchFamily="66" charset="0"/>
              </a:rPr>
              <a:t> </a:t>
            </a:r>
            <a:r>
              <a:rPr sz="2200" b="1" spc="40" dirty="0">
                <a:solidFill>
                  <a:schemeClr val="bg1"/>
                </a:solidFill>
                <a:latin typeface="Lucida Calligraphy" pitchFamily="66" charset="0"/>
                <a:ea typeface="Lucida Calligraphy" pitchFamily="66" charset="0"/>
                <a:cs typeface="Lucida Calligraphy" pitchFamily="66" charset="0"/>
              </a:rPr>
              <a:t>Python</a:t>
            </a:r>
            <a:endParaRPr sz="2200">
              <a:solidFill>
                <a:schemeClr val="bg1"/>
              </a:solidFill>
              <a:latin typeface="Lucida Calligraphy" pitchFamily="66" charset="0"/>
              <a:ea typeface="Lucida Calligraphy" pitchFamily="66" charset="0"/>
              <a:cs typeface="Lucida Calligraphy" pitchFamily="66" charset="0"/>
            </a:endParaRPr>
          </a:p>
          <a:p>
            <a:pPr marL="355600" marR="290195" indent="-342900">
              <a:lnSpc>
                <a:spcPct val="100000"/>
              </a:lnSpc>
              <a:spcBef>
                <a:spcPts val="2880"/>
              </a:spcBef>
              <a:buFont typeface="Arial" pitchFamily="34" charset="0" panose="020B0604020202020204"/>
              <a:buChar char="•"/>
            </a:pPr>
            <a:r>
              <a:rPr lang="en-IN" sz="2200" b="0">
                <a:solidFill>
                  <a:schemeClr val="bg1"/>
                </a:solidFill>
                <a:latin typeface="Lucida Calligraphy" pitchFamily="66" charset="0"/>
                <a:ea typeface="Lucida Calligraphy" pitchFamily="66" charset="0"/>
                <a:cs typeface="Lucida Calligraphy" pitchFamily="66" charset="0"/>
              </a:rPr>
              <a:t>Dropped the '</a:t>
            </a:r>
            <a:r>
              <a:rPr lang="en-IN" sz="2200" b="1">
                <a:solidFill>
                  <a:schemeClr val="bg1"/>
                </a:solidFill>
                <a:latin typeface="Lucida Calligraphy" pitchFamily="66" charset="0"/>
                <a:ea typeface="Lucida Calligraphy" pitchFamily="66" charset="0"/>
                <a:cs typeface="Lucida Calligraphy" pitchFamily="66" charset="0"/>
              </a:rPr>
              <a:t>Standard_Hours</a:t>
            </a:r>
            <a:r>
              <a:rPr lang="en-IN" sz="2200" b="0">
                <a:solidFill>
                  <a:schemeClr val="bg1"/>
                </a:solidFill>
                <a:latin typeface="Lucida Calligraphy" pitchFamily="66" charset="0"/>
                <a:ea typeface="Lucida Calligraphy" pitchFamily="66" charset="0"/>
                <a:cs typeface="Lucida Calligraphy" pitchFamily="66" charset="0"/>
              </a:rPr>
              <a:t>', '</a:t>
            </a:r>
            <a:r>
              <a:rPr lang="en-IN" sz="2200" b="1">
                <a:solidFill>
                  <a:schemeClr val="bg1"/>
                </a:solidFill>
                <a:latin typeface="Lucida Calligraphy" pitchFamily="66" charset="0"/>
                <a:ea typeface="Lucida Calligraphy" pitchFamily="66" charset="0"/>
                <a:cs typeface="Lucida Calligraphy" pitchFamily="66" charset="0"/>
              </a:rPr>
              <a:t>Employee_Count</a:t>
            </a:r>
            <a:r>
              <a:rPr lang="en-IN" sz="2200" b="0">
                <a:solidFill>
                  <a:schemeClr val="bg1"/>
                </a:solidFill>
                <a:latin typeface="Lucida Calligraphy" pitchFamily="66" charset="0"/>
                <a:ea typeface="Lucida Calligraphy" pitchFamily="66" charset="0"/>
                <a:cs typeface="Lucida Calligraphy" pitchFamily="66" charset="0"/>
              </a:rPr>
              <a:t>', and '</a:t>
            </a:r>
            <a:r>
              <a:rPr lang="en-IN" sz="2200" b="1">
                <a:solidFill>
                  <a:schemeClr val="bg1"/>
                </a:solidFill>
                <a:latin typeface="Lucida Calligraphy" pitchFamily="66" charset="0"/>
                <a:ea typeface="Lucida Calligraphy" pitchFamily="66" charset="0"/>
                <a:cs typeface="Lucida Calligraphy" pitchFamily="66" charset="0"/>
              </a:rPr>
              <a:t>Over18'</a:t>
            </a:r>
            <a:r>
              <a:rPr lang="en-IN" sz="2200" b="0">
                <a:solidFill>
                  <a:schemeClr val="bg1"/>
                </a:solidFill>
                <a:latin typeface="Lucida Calligraphy" pitchFamily="66" charset="0"/>
                <a:ea typeface="Lucida Calligraphy" pitchFamily="66" charset="0"/>
                <a:cs typeface="Lucida Calligraphy" pitchFamily="66" charset="0"/>
              </a:rPr>
              <a:t> columns from the dataset. </a:t>
            </a:r>
          </a:p>
          <a:p>
            <a:pPr marL="12700" marR="290195">
              <a:lnSpc>
                <a:spcPct val="100000"/>
              </a:lnSpc>
              <a:spcBef>
                <a:spcPts val="2880"/>
              </a:spcBef>
            </a:pPr>
            <a:endParaRPr lang="en-IN" sz="2400">
              <a:solidFill>
                <a:schemeClr val="bg1"/>
              </a:solidFill>
              <a:latin typeface="Tahoma"/>
              <a:cs typeface="Tahoma"/>
            </a:endParaRPr>
          </a:p>
          <a:p>
            <a:pPr marL="12700" marR="290195">
              <a:lnSpc>
                <a:spcPct val="100000"/>
              </a:lnSpc>
              <a:spcBef>
                <a:spcPts val="2880"/>
              </a:spcBef>
            </a:pPr>
            <a:endParaRPr lang="en-IN" sz="2400">
              <a:solidFill>
                <a:schemeClr val="tx2"/>
              </a:solidFill>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p:bgPr>
    </p:bg>
    <p:spTree>
      <p:nvGrpSpPr>
        <p:cNvPr id="1" name=""/>
        <p:cNvGrpSpPr/>
        <p:nvPr/>
      </p:nvGrpSpPr>
      <p:grpSpPr>
        <a:xfrm>
          <a:off x="0" y="0"/>
          <a:ext cx="0" cy="0"/>
          <a:chOff x="0" y="0"/>
          <a:chExt cx="0" cy="0"/>
        </a:xfrm>
      </p:grpSpPr>
      <p:sp>
        <p:nvSpPr>
          <p:cNvPr id="2" name="object 2"/>
          <p:cNvSpPr/>
          <p:nvPr/>
        </p:nvSpPr>
        <p:spPr>
          <a:xfrm>
            <a:off x="8581644" y="0"/>
            <a:ext cx="3610610" cy="6858000"/>
          </a:xfrm>
          <a:custGeom>
            <a:avLst/>
            <a:rect l="l" t="t" r="r" b="b"/>
            <a:pathLst>
              <a:path w="3610609" h="6858000">
                <a:moveTo>
                  <a:pt x="3610356" y="0"/>
                </a:moveTo>
                <a:lnTo>
                  <a:pt x="0" y="0"/>
                </a:lnTo>
                <a:lnTo>
                  <a:pt x="48158" y="317"/>
                </a:lnTo>
                <a:lnTo>
                  <a:pt x="96177" y="1257"/>
                </a:lnTo>
                <a:lnTo>
                  <a:pt x="144030" y="2832"/>
                </a:lnTo>
                <a:lnTo>
                  <a:pt x="191731" y="5016"/>
                </a:lnTo>
                <a:lnTo>
                  <a:pt x="239268" y="7810"/>
                </a:lnTo>
                <a:lnTo>
                  <a:pt x="286639" y="11214"/>
                </a:lnTo>
                <a:lnTo>
                  <a:pt x="333844" y="15240"/>
                </a:lnTo>
                <a:lnTo>
                  <a:pt x="380860" y="19862"/>
                </a:lnTo>
                <a:lnTo>
                  <a:pt x="427710" y="25082"/>
                </a:lnTo>
                <a:lnTo>
                  <a:pt x="474370" y="30899"/>
                </a:lnTo>
                <a:lnTo>
                  <a:pt x="520852" y="37299"/>
                </a:lnTo>
                <a:lnTo>
                  <a:pt x="567143" y="44297"/>
                </a:lnTo>
                <a:lnTo>
                  <a:pt x="613232" y="51879"/>
                </a:lnTo>
                <a:lnTo>
                  <a:pt x="659130" y="60032"/>
                </a:lnTo>
                <a:lnTo>
                  <a:pt x="704824" y="68770"/>
                </a:lnTo>
                <a:lnTo>
                  <a:pt x="750316" y="78079"/>
                </a:lnTo>
                <a:lnTo>
                  <a:pt x="795591" y="87960"/>
                </a:lnTo>
                <a:lnTo>
                  <a:pt x="840651" y="98399"/>
                </a:lnTo>
                <a:lnTo>
                  <a:pt x="885507" y="109397"/>
                </a:lnTo>
                <a:lnTo>
                  <a:pt x="930122" y="120967"/>
                </a:lnTo>
                <a:lnTo>
                  <a:pt x="974534" y="133070"/>
                </a:lnTo>
                <a:lnTo>
                  <a:pt x="1018705" y="145732"/>
                </a:lnTo>
                <a:lnTo>
                  <a:pt x="1062634" y="158940"/>
                </a:lnTo>
                <a:lnTo>
                  <a:pt x="1106335" y="172681"/>
                </a:lnTo>
                <a:lnTo>
                  <a:pt x="1149807" y="186969"/>
                </a:lnTo>
                <a:lnTo>
                  <a:pt x="1193012" y="201790"/>
                </a:lnTo>
                <a:lnTo>
                  <a:pt x="1235989" y="217131"/>
                </a:lnTo>
                <a:lnTo>
                  <a:pt x="1278699" y="233006"/>
                </a:lnTo>
                <a:lnTo>
                  <a:pt x="1321155" y="249402"/>
                </a:lnTo>
                <a:lnTo>
                  <a:pt x="1363357" y="266306"/>
                </a:lnTo>
                <a:lnTo>
                  <a:pt x="1405293" y="283730"/>
                </a:lnTo>
                <a:lnTo>
                  <a:pt x="1446949" y="301663"/>
                </a:lnTo>
                <a:lnTo>
                  <a:pt x="1488351" y="320103"/>
                </a:lnTo>
                <a:lnTo>
                  <a:pt x="1529461" y="339051"/>
                </a:lnTo>
                <a:lnTo>
                  <a:pt x="1570304" y="358495"/>
                </a:lnTo>
                <a:lnTo>
                  <a:pt x="1610855" y="378421"/>
                </a:lnTo>
                <a:lnTo>
                  <a:pt x="1651127" y="398856"/>
                </a:lnTo>
                <a:lnTo>
                  <a:pt x="1691093" y="419760"/>
                </a:lnTo>
                <a:lnTo>
                  <a:pt x="1730781" y="441159"/>
                </a:lnTo>
                <a:lnTo>
                  <a:pt x="1770151" y="463029"/>
                </a:lnTo>
                <a:lnTo>
                  <a:pt x="1809229" y="485381"/>
                </a:lnTo>
                <a:lnTo>
                  <a:pt x="1848002" y="508203"/>
                </a:lnTo>
                <a:lnTo>
                  <a:pt x="1886458" y="531482"/>
                </a:lnTo>
                <a:lnTo>
                  <a:pt x="1924608" y="555231"/>
                </a:lnTo>
                <a:lnTo>
                  <a:pt x="1962429" y="579450"/>
                </a:lnTo>
                <a:lnTo>
                  <a:pt x="1999932" y="604113"/>
                </a:lnTo>
                <a:lnTo>
                  <a:pt x="2037105" y="629221"/>
                </a:lnTo>
                <a:lnTo>
                  <a:pt x="2073948" y="654786"/>
                </a:lnTo>
                <a:lnTo>
                  <a:pt x="2110460" y="680796"/>
                </a:lnTo>
                <a:lnTo>
                  <a:pt x="2146630" y="707237"/>
                </a:lnTo>
                <a:lnTo>
                  <a:pt x="2182457" y="734123"/>
                </a:lnTo>
                <a:lnTo>
                  <a:pt x="2217940" y="761441"/>
                </a:lnTo>
                <a:lnTo>
                  <a:pt x="2253081" y="789178"/>
                </a:lnTo>
                <a:lnTo>
                  <a:pt x="2287854" y="817346"/>
                </a:lnTo>
                <a:lnTo>
                  <a:pt x="2322284" y="845934"/>
                </a:lnTo>
                <a:lnTo>
                  <a:pt x="2356345" y="874928"/>
                </a:lnTo>
                <a:lnTo>
                  <a:pt x="2390038" y="904341"/>
                </a:lnTo>
                <a:lnTo>
                  <a:pt x="2423363" y="934173"/>
                </a:lnTo>
                <a:lnTo>
                  <a:pt x="2456307" y="964399"/>
                </a:lnTo>
                <a:lnTo>
                  <a:pt x="2488882" y="995032"/>
                </a:lnTo>
                <a:lnTo>
                  <a:pt x="2521077" y="1026058"/>
                </a:lnTo>
                <a:lnTo>
                  <a:pt x="2552890" y="1057465"/>
                </a:lnTo>
                <a:lnTo>
                  <a:pt x="2584297" y="1089279"/>
                </a:lnTo>
                <a:lnTo>
                  <a:pt x="2615323" y="1121473"/>
                </a:lnTo>
                <a:lnTo>
                  <a:pt x="2645956" y="1154049"/>
                </a:lnTo>
                <a:lnTo>
                  <a:pt x="2676182" y="1186992"/>
                </a:lnTo>
                <a:lnTo>
                  <a:pt x="2706014" y="1220317"/>
                </a:lnTo>
                <a:lnTo>
                  <a:pt x="2735427" y="1254010"/>
                </a:lnTo>
                <a:lnTo>
                  <a:pt x="2764421" y="1288072"/>
                </a:lnTo>
                <a:lnTo>
                  <a:pt x="2793009" y="1322501"/>
                </a:lnTo>
                <a:lnTo>
                  <a:pt x="2821178" y="1357274"/>
                </a:lnTo>
                <a:lnTo>
                  <a:pt x="2848914" y="1392415"/>
                </a:lnTo>
                <a:lnTo>
                  <a:pt x="2876232" y="1427899"/>
                </a:lnTo>
                <a:lnTo>
                  <a:pt x="2903118" y="1463725"/>
                </a:lnTo>
                <a:lnTo>
                  <a:pt x="2929559" y="1499895"/>
                </a:lnTo>
                <a:lnTo>
                  <a:pt x="2955569" y="1536407"/>
                </a:lnTo>
                <a:lnTo>
                  <a:pt x="2981134" y="1573250"/>
                </a:lnTo>
                <a:lnTo>
                  <a:pt x="3006242" y="1610423"/>
                </a:lnTo>
                <a:lnTo>
                  <a:pt x="3030905" y="1647926"/>
                </a:lnTo>
                <a:lnTo>
                  <a:pt x="3055124" y="1685747"/>
                </a:lnTo>
                <a:lnTo>
                  <a:pt x="3078873" y="1723898"/>
                </a:lnTo>
                <a:lnTo>
                  <a:pt x="3102152" y="1762353"/>
                </a:lnTo>
                <a:lnTo>
                  <a:pt x="3124974" y="1801126"/>
                </a:lnTo>
                <a:lnTo>
                  <a:pt x="3147326" y="1840204"/>
                </a:lnTo>
                <a:lnTo>
                  <a:pt x="3169196" y="1879574"/>
                </a:lnTo>
                <a:lnTo>
                  <a:pt x="3190595" y="1919262"/>
                </a:lnTo>
                <a:lnTo>
                  <a:pt x="3211499" y="1959229"/>
                </a:lnTo>
                <a:lnTo>
                  <a:pt x="3231934" y="1999500"/>
                </a:lnTo>
                <a:lnTo>
                  <a:pt x="3251860" y="2040051"/>
                </a:lnTo>
                <a:lnTo>
                  <a:pt x="3271304" y="2080895"/>
                </a:lnTo>
                <a:lnTo>
                  <a:pt x="3290252" y="2122005"/>
                </a:lnTo>
                <a:lnTo>
                  <a:pt x="3308693" y="2163407"/>
                </a:lnTo>
                <a:lnTo>
                  <a:pt x="3326625" y="2205063"/>
                </a:lnTo>
                <a:lnTo>
                  <a:pt x="3344049" y="2246998"/>
                </a:lnTo>
                <a:lnTo>
                  <a:pt x="3360953" y="2289200"/>
                </a:lnTo>
                <a:lnTo>
                  <a:pt x="3377349" y="2331656"/>
                </a:lnTo>
                <a:lnTo>
                  <a:pt x="3393224" y="2374366"/>
                </a:lnTo>
                <a:lnTo>
                  <a:pt x="3408565" y="2417343"/>
                </a:lnTo>
                <a:lnTo>
                  <a:pt x="3423386" y="2460548"/>
                </a:lnTo>
                <a:lnTo>
                  <a:pt x="3437674" y="2504021"/>
                </a:lnTo>
                <a:lnTo>
                  <a:pt x="3451415" y="2547721"/>
                </a:lnTo>
                <a:lnTo>
                  <a:pt x="3464623" y="2591651"/>
                </a:lnTo>
                <a:lnTo>
                  <a:pt x="3477285" y="2635821"/>
                </a:lnTo>
                <a:lnTo>
                  <a:pt x="3489388" y="2680233"/>
                </a:lnTo>
                <a:lnTo>
                  <a:pt x="3500958" y="2724848"/>
                </a:lnTo>
                <a:lnTo>
                  <a:pt x="3511956" y="2769705"/>
                </a:lnTo>
                <a:lnTo>
                  <a:pt x="3522395" y="2814764"/>
                </a:lnTo>
                <a:lnTo>
                  <a:pt x="3532276" y="2860040"/>
                </a:lnTo>
                <a:lnTo>
                  <a:pt x="3541585" y="2905531"/>
                </a:lnTo>
                <a:lnTo>
                  <a:pt x="3550323" y="2951226"/>
                </a:lnTo>
                <a:lnTo>
                  <a:pt x="3558476" y="2997123"/>
                </a:lnTo>
                <a:lnTo>
                  <a:pt x="3566058" y="3043212"/>
                </a:lnTo>
                <a:lnTo>
                  <a:pt x="3573056" y="3089503"/>
                </a:lnTo>
                <a:lnTo>
                  <a:pt x="3579457" y="3135985"/>
                </a:lnTo>
                <a:lnTo>
                  <a:pt x="3585273" y="3182645"/>
                </a:lnTo>
                <a:lnTo>
                  <a:pt x="3590493" y="3229495"/>
                </a:lnTo>
                <a:lnTo>
                  <a:pt x="3595116" y="3276511"/>
                </a:lnTo>
                <a:lnTo>
                  <a:pt x="3599142" y="3323717"/>
                </a:lnTo>
                <a:lnTo>
                  <a:pt x="3602545" y="3371088"/>
                </a:lnTo>
                <a:lnTo>
                  <a:pt x="3605339" y="3418624"/>
                </a:lnTo>
                <a:lnTo>
                  <a:pt x="3605809" y="3429012"/>
                </a:lnTo>
                <a:lnTo>
                  <a:pt x="3605339" y="3439388"/>
                </a:lnTo>
                <a:lnTo>
                  <a:pt x="3602545" y="3486924"/>
                </a:lnTo>
                <a:lnTo>
                  <a:pt x="3599142" y="3534295"/>
                </a:lnTo>
                <a:lnTo>
                  <a:pt x="3595116" y="3581501"/>
                </a:lnTo>
                <a:lnTo>
                  <a:pt x="3590493" y="3628517"/>
                </a:lnTo>
                <a:lnTo>
                  <a:pt x="3585273" y="3675367"/>
                </a:lnTo>
                <a:lnTo>
                  <a:pt x="3579457" y="3722027"/>
                </a:lnTo>
                <a:lnTo>
                  <a:pt x="3573056" y="3768509"/>
                </a:lnTo>
                <a:lnTo>
                  <a:pt x="3566058" y="3814800"/>
                </a:lnTo>
                <a:lnTo>
                  <a:pt x="3558476" y="3860889"/>
                </a:lnTo>
                <a:lnTo>
                  <a:pt x="3550323" y="3906786"/>
                </a:lnTo>
                <a:lnTo>
                  <a:pt x="3541585" y="3952481"/>
                </a:lnTo>
                <a:lnTo>
                  <a:pt x="3532276" y="3997972"/>
                </a:lnTo>
                <a:lnTo>
                  <a:pt x="3522395" y="4043248"/>
                </a:lnTo>
                <a:lnTo>
                  <a:pt x="3511956" y="4088307"/>
                </a:lnTo>
                <a:lnTo>
                  <a:pt x="3500958" y="4133164"/>
                </a:lnTo>
                <a:lnTo>
                  <a:pt x="3489388" y="4177779"/>
                </a:lnTo>
                <a:lnTo>
                  <a:pt x="3477285" y="4222191"/>
                </a:lnTo>
                <a:lnTo>
                  <a:pt x="3464623" y="4266362"/>
                </a:lnTo>
                <a:lnTo>
                  <a:pt x="3451415" y="4310291"/>
                </a:lnTo>
                <a:lnTo>
                  <a:pt x="3437674" y="4353992"/>
                </a:lnTo>
                <a:lnTo>
                  <a:pt x="3423386" y="4397464"/>
                </a:lnTo>
                <a:lnTo>
                  <a:pt x="3408565" y="4440669"/>
                </a:lnTo>
                <a:lnTo>
                  <a:pt x="3393224" y="4483646"/>
                </a:lnTo>
                <a:lnTo>
                  <a:pt x="3377349" y="4526356"/>
                </a:lnTo>
                <a:lnTo>
                  <a:pt x="3360953" y="4568812"/>
                </a:lnTo>
                <a:lnTo>
                  <a:pt x="3344049" y="4611014"/>
                </a:lnTo>
                <a:lnTo>
                  <a:pt x="3326625" y="4652950"/>
                </a:lnTo>
                <a:lnTo>
                  <a:pt x="3308693" y="4694606"/>
                </a:lnTo>
                <a:lnTo>
                  <a:pt x="3290252" y="4736008"/>
                </a:lnTo>
                <a:lnTo>
                  <a:pt x="3271304" y="4777117"/>
                </a:lnTo>
                <a:lnTo>
                  <a:pt x="3251860" y="4817961"/>
                </a:lnTo>
                <a:lnTo>
                  <a:pt x="3231934" y="4858512"/>
                </a:lnTo>
                <a:lnTo>
                  <a:pt x="3211499" y="4898783"/>
                </a:lnTo>
                <a:lnTo>
                  <a:pt x="3190595" y="4938750"/>
                </a:lnTo>
                <a:lnTo>
                  <a:pt x="3169196" y="4978438"/>
                </a:lnTo>
                <a:lnTo>
                  <a:pt x="3147326" y="5017808"/>
                </a:lnTo>
                <a:lnTo>
                  <a:pt x="3124974" y="5056886"/>
                </a:lnTo>
                <a:lnTo>
                  <a:pt x="3102152" y="5095659"/>
                </a:lnTo>
                <a:lnTo>
                  <a:pt x="3078873" y="5134114"/>
                </a:lnTo>
                <a:lnTo>
                  <a:pt x="3055124" y="5172265"/>
                </a:lnTo>
                <a:lnTo>
                  <a:pt x="3030905" y="5210086"/>
                </a:lnTo>
                <a:lnTo>
                  <a:pt x="3006242" y="5247589"/>
                </a:lnTo>
                <a:lnTo>
                  <a:pt x="2981134" y="5284762"/>
                </a:lnTo>
                <a:lnTo>
                  <a:pt x="2955569" y="5321605"/>
                </a:lnTo>
                <a:lnTo>
                  <a:pt x="2929559" y="5358117"/>
                </a:lnTo>
                <a:lnTo>
                  <a:pt x="2903118" y="5394287"/>
                </a:lnTo>
                <a:lnTo>
                  <a:pt x="2876232" y="5430113"/>
                </a:lnTo>
                <a:lnTo>
                  <a:pt x="2848914" y="5465597"/>
                </a:lnTo>
                <a:lnTo>
                  <a:pt x="2821178" y="5500738"/>
                </a:lnTo>
                <a:lnTo>
                  <a:pt x="2793009" y="5535511"/>
                </a:lnTo>
                <a:lnTo>
                  <a:pt x="2764421" y="5569940"/>
                </a:lnTo>
                <a:lnTo>
                  <a:pt x="2735427" y="5604002"/>
                </a:lnTo>
                <a:lnTo>
                  <a:pt x="2706014" y="5637695"/>
                </a:lnTo>
                <a:lnTo>
                  <a:pt x="2676182" y="5671020"/>
                </a:lnTo>
                <a:lnTo>
                  <a:pt x="2645956" y="5703963"/>
                </a:lnTo>
                <a:lnTo>
                  <a:pt x="2615323" y="5736539"/>
                </a:lnTo>
                <a:lnTo>
                  <a:pt x="2584297" y="5768733"/>
                </a:lnTo>
                <a:lnTo>
                  <a:pt x="2552890" y="5800534"/>
                </a:lnTo>
                <a:lnTo>
                  <a:pt x="2521077" y="5831954"/>
                </a:lnTo>
                <a:lnTo>
                  <a:pt x="2488882" y="5862980"/>
                </a:lnTo>
                <a:lnTo>
                  <a:pt x="2456307" y="5893613"/>
                </a:lnTo>
                <a:lnTo>
                  <a:pt x="2423363" y="5923839"/>
                </a:lnTo>
                <a:lnTo>
                  <a:pt x="2390038" y="5953671"/>
                </a:lnTo>
                <a:lnTo>
                  <a:pt x="2356345" y="5983084"/>
                </a:lnTo>
                <a:lnTo>
                  <a:pt x="2322284" y="6012078"/>
                </a:lnTo>
                <a:lnTo>
                  <a:pt x="2287854" y="6040666"/>
                </a:lnTo>
                <a:lnTo>
                  <a:pt x="2253081" y="6068834"/>
                </a:lnTo>
                <a:lnTo>
                  <a:pt x="2217940" y="6096571"/>
                </a:lnTo>
                <a:lnTo>
                  <a:pt x="2182457" y="6123889"/>
                </a:lnTo>
                <a:lnTo>
                  <a:pt x="2146630" y="6150775"/>
                </a:lnTo>
                <a:lnTo>
                  <a:pt x="2110460" y="6177216"/>
                </a:lnTo>
                <a:lnTo>
                  <a:pt x="2073948" y="6203226"/>
                </a:lnTo>
                <a:lnTo>
                  <a:pt x="2037105" y="6228791"/>
                </a:lnTo>
                <a:lnTo>
                  <a:pt x="1999932" y="6253899"/>
                </a:lnTo>
                <a:lnTo>
                  <a:pt x="1962429" y="6278562"/>
                </a:lnTo>
                <a:lnTo>
                  <a:pt x="1924608" y="6302781"/>
                </a:lnTo>
                <a:lnTo>
                  <a:pt x="1886458" y="6326530"/>
                </a:lnTo>
                <a:lnTo>
                  <a:pt x="1848002" y="6349809"/>
                </a:lnTo>
                <a:lnTo>
                  <a:pt x="1809229" y="6372631"/>
                </a:lnTo>
                <a:lnTo>
                  <a:pt x="1770151" y="6394983"/>
                </a:lnTo>
                <a:lnTo>
                  <a:pt x="1730781" y="6416853"/>
                </a:lnTo>
                <a:lnTo>
                  <a:pt x="1691093" y="6438252"/>
                </a:lnTo>
                <a:lnTo>
                  <a:pt x="1651127" y="6459156"/>
                </a:lnTo>
                <a:lnTo>
                  <a:pt x="1610855" y="6479591"/>
                </a:lnTo>
                <a:lnTo>
                  <a:pt x="1570304" y="6499517"/>
                </a:lnTo>
                <a:lnTo>
                  <a:pt x="1529461" y="6518961"/>
                </a:lnTo>
                <a:lnTo>
                  <a:pt x="1488351" y="6537909"/>
                </a:lnTo>
                <a:lnTo>
                  <a:pt x="1446949" y="6556349"/>
                </a:lnTo>
                <a:lnTo>
                  <a:pt x="1405293" y="6574282"/>
                </a:lnTo>
                <a:lnTo>
                  <a:pt x="1363357" y="6591706"/>
                </a:lnTo>
                <a:lnTo>
                  <a:pt x="1321155" y="6608610"/>
                </a:lnTo>
                <a:lnTo>
                  <a:pt x="1278699" y="6625006"/>
                </a:lnTo>
                <a:lnTo>
                  <a:pt x="1235989" y="6640881"/>
                </a:lnTo>
                <a:lnTo>
                  <a:pt x="1193012" y="6656222"/>
                </a:lnTo>
                <a:lnTo>
                  <a:pt x="1149807" y="6671043"/>
                </a:lnTo>
                <a:lnTo>
                  <a:pt x="1106335" y="6685331"/>
                </a:lnTo>
                <a:lnTo>
                  <a:pt x="1062634" y="6699072"/>
                </a:lnTo>
                <a:lnTo>
                  <a:pt x="1018705" y="6712280"/>
                </a:lnTo>
                <a:lnTo>
                  <a:pt x="974534" y="6724942"/>
                </a:lnTo>
                <a:lnTo>
                  <a:pt x="930122" y="6737045"/>
                </a:lnTo>
                <a:lnTo>
                  <a:pt x="885507" y="6748615"/>
                </a:lnTo>
                <a:lnTo>
                  <a:pt x="840651" y="6759613"/>
                </a:lnTo>
                <a:lnTo>
                  <a:pt x="795591" y="6770052"/>
                </a:lnTo>
                <a:lnTo>
                  <a:pt x="750316" y="6779933"/>
                </a:lnTo>
                <a:lnTo>
                  <a:pt x="704824" y="6789242"/>
                </a:lnTo>
                <a:lnTo>
                  <a:pt x="659130" y="6797967"/>
                </a:lnTo>
                <a:lnTo>
                  <a:pt x="613232" y="6806133"/>
                </a:lnTo>
                <a:lnTo>
                  <a:pt x="567143" y="6813715"/>
                </a:lnTo>
                <a:lnTo>
                  <a:pt x="520852" y="6820713"/>
                </a:lnTo>
                <a:lnTo>
                  <a:pt x="474370" y="6827113"/>
                </a:lnTo>
                <a:lnTo>
                  <a:pt x="427710" y="6832930"/>
                </a:lnTo>
                <a:lnTo>
                  <a:pt x="380860" y="6838150"/>
                </a:lnTo>
                <a:lnTo>
                  <a:pt x="333844" y="6842773"/>
                </a:lnTo>
                <a:lnTo>
                  <a:pt x="286639" y="6846786"/>
                </a:lnTo>
                <a:lnTo>
                  <a:pt x="239268" y="6850202"/>
                </a:lnTo>
                <a:lnTo>
                  <a:pt x="191731" y="6852996"/>
                </a:lnTo>
                <a:lnTo>
                  <a:pt x="144030" y="6855180"/>
                </a:lnTo>
                <a:lnTo>
                  <a:pt x="96177" y="6856755"/>
                </a:lnTo>
                <a:lnTo>
                  <a:pt x="48158" y="6857695"/>
                </a:lnTo>
                <a:lnTo>
                  <a:pt x="0" y="6858000"/>
                </a:lnTo>
                <a:lnTo>
                  <a:pt x="3610356" y="6858000"/>
                </a:lnTo>
                <a:lnTo>
                  <a:pt x="3610356" y="3610356"/>
                </a:lnTo>
                <a:lnTo>
                  <a:pt x="3610356" y="3247644"/>
                </a:lnTo>
                <a:lnTo>
                  <a:pt x="3610356" y="0"/>
                </a:lnTo>
                <a:close/>
              </a:path>
            </a:pathLst>
          </a:custGeom>
          <a:solidFill>
            <a:srgbClr val="0068FF"/>
          </a:solidFill>
        </p:spPr>
        <p:txBody>
          <a:bodyPr wrap="square" lIns="0" tIns="0" rIns="0" bIns="0" rtlCol="0"/>
          <a:lstStyle/>
          <a:p/>
        </p:txBody>
      </p:sp>
      <p:sp>
        <p:nvSpPr>
          <p:cNvPr id="3" name="object 3"/>
          <p:cNvSpPr/>
          <p:nvPr/>
        </p:nvSpPr>
        <p:spPr>
          <a:xfrm>
            <a:off x="0" y="0"/>
            <a:ext cx="934719" cy="934719"/>
          </a:xfrm>
          <a:custGeom>
            <a:avLst/>
            <a:rect l="l" t="t" r="r" b="b"/>
            <a:pathLst>
              <a:path w="934719" h="934719">
                <a:moveTo>
                  <a:pt x="934212" y="0"/>
                </a:moveTo>
                <a:lnTo>
                  <a:pt x="0" y="0"/>
                </a:lnTo>
                <a:lnTo>
                  <a:pt x="0" y="934212"/>
                </a:lnTo>
                <a:lnTo>
                  <a:pt x="48074" y="932996"/>
                </a:lnTo>
                <a:lnTo>
                  <a:pt x="95517" y="929389"/>
                </a:lnTo>
                <a:lnTo>
                  <a:pt x="142271" y="923448"/>
                </a:lnTo>
                <a:lnTo>
                  <a:pt x="188276" y="915234"/>
                </a:lnTo>
                <a:lnTo>
                  <a:pt x="233473" y="904803"/>
                </a:lnTo>
                <a:lnTo>
                  <a:pt x="277805" y="892215"/>
                </a:lnTo>
                <a:lnTo>
                  <a:pt x="321213" y="877529"/>
                </a:lnTo>
                <a:lnTo>
                  <a:pt x="363637" y="860804"/>
                </a:lnTo>
                <a:lnTo>
                  <a:pt x="405019" y="842097"/>
                </a:lnTo>
                <a:lnTo>
                  <a:pt x="445300" y="821467"/>
                </a:lnTo>
                <a:lnTo>
                  <a:pt x="484422" y="798974"/>
                </a:lnTo>
                <a:lnTo>
                  <a:pt x="522326" y="774676"/>
                </a:lnTo>
                <a:lnTo>
                  <a:pt x="558953" y="748631"/>
                </a:lnTo>
                <a:lnTo>
                  <a:pt x="594245" y="720899"/>
                </a:lnTo>
                <a:lnTo>
                  <a:pt x="628142" y="691538"/>
                </a:lnTo>
                <a:lnTo>
                  <a:pt x="660587" y="660606"/>
                </a:lnTo>
                <a:lnTo>
                  <a:pt x="691520" y="628162"/>
                </a:lnTo>
                <a:lnTo>
                  <a:pt x="720883" y="594266"/>
                </a:lnTo>
                <a:lnTo>
                  <a:pt x="748616" y="558975"/>
                </a:lnTo>
                <a:lnTo>
                  <a:pt x="774663" y="522348"/>
                </a:lnTo>
                <a:lnTo>
                  <a:pt x="798962" y="484445"/>
                </a:lnTo>
                <a:lnTo>
                  <a:pt x="821457" y="445323"/>
                </a:lnTo>
                <a:lnTo>
                  <a:pt x="842088" y="405041"/>
                </a:lnTo>
                <a:lnTo>
                  <a:pt x="860796" y="363658"/>
                </a:lnTo>
                <a:lnTo>
                  <a:pt x="877524" y="321233"/>
                </a:lnTo>
                <a:lnTo>
                  <a:pt x="892211" y="277824"/>
                </a:lnTo>
                <a:lnTo>
                  <a:pt x="904800" y="233490"/>
                </a:lnTo>
                <a:lnTo>
                  <a:pt x="915232" y="188290"/>
                </a:lnTo>
                <a:lnTo>
                  <a:pt x="923447" y="142282"/>
                </a:lnTo>
                <a:lnTo>
                  <a:pt x="929388" y="95525"/>
                </a:lnTo>
                <a:lnTo>
                  <a:pt x="932996" y="48078"/>
                </a:lnTo>
                <a:lnTo>
                  <a:pt x="934212" y="0"/>
                </a:lnTo>
                <a:close/>
              </a:path>
            </a:pathLst>
          </a:custGeom>
          <a:solidFill>
            <a:srgbClr val="627083"/>
          </a:solidFill>
        </p:spPr>
        <p:txBody>
          <a:bodyPr wrap="square" lIns="0" tIns="0" rIns="0" bIns="0" rtlCol="0"/>
          <a:lstStyle/>
          <a:p/>
        </p:txBody>
      </p:sp>
      <p:grpSp>
        <p:nvGrpSpPr>
          <p:cNvPr id="4" name="object 4"/>
          <p:cNvGrpSpPr/>
          <p:nvPr/>
        </p:nvGrpSpPr>
        <p:grpSpPr>
          <a:xfrm>
            <a:off x="8081771" y="5591555"/>
            <a:ext cx="1572895" cy="1266825"/>
            <a:chOff x="8081771" y="5591555"/>
            <a:chExt cx="1572895" cy="1266825"/>
          </a:xfrm>
        </p:grpSpPr>
        <p:sp>
          <p:nvSpPr>
            <p:cNvPr id="5" name="object 5"/>
            <p:cNvSpPr/>
            <p:nvPr/>
          </p:nvSpPr>
          <p:spPr>
            <a:xfrm>
              <a:off x="8868155" y="5591555"/>
              <a:ext cx="786765" cy="1266825"/>
            </a:xfrm>
            <a:custGeom>
              <a:avLst/>
              <a:rect l="l" t="t" r="r" b="b"/>
              <a:pathLst>
                <a:path w="786765" h="1266825">
                  <a:moveTo>
                    <a:pt x="786384" y="0"/>
                  </a:moveTo>
                  <a:lnTo>
                    <a:pt x="705993" y="4051"/>
                  </a:lnTo>
                  <a:lnTo>
                    <a:pt x="658845" y="10279"/>
                  </a:lnTo>
                  <a:lnTo>
                    <a:pt x="612618" y="19248"/>
                  </a:lnTo>
                  <a:lnTo>
                    <a:pt x="567397" y="30873"/>
                  </a:lnTo>
                  <a:lnTo>
                    <a:pt x="523268" y="45068"/>
                  </a:lnTo>
                  <a:lnTo>
                    <a:pt x="480316" y="61748"/>
                  </a:lnTo>
                  <a:lnTo>
                    <a:pt x="438625" y="80827"/>
                  </a:lnTo>
                  <a:lnTo>
                    <a:pt x="398283" y="102220"/>
                  </a:lnTo>
                  <a:lnTo>
                    <a:pt x="359374" y="125843"/>
                  </a:lnTo>
                  <a:lnTo>
                    <a:pt x="321984" y="151609"/>
                  </a:lnTo>
                  <a:lnTo>
                    <a:pt x="286198" y="179433"/>
                  </a:lnTo>
                  <a:lnTo>
                    <a:pt x="252101" y="209231"/>
                  </a:lnTo>
                  <a:lnTo>
                    <a:pt x="219779" y="240916"/>
                  </a:lnTo>
                  <a:lnTo>
                    <a:pt x="189318" y="274403"/>
                  </a:lnTo>
                  <a:lnTo>
                    <a:pt x="160803" y="309608"/>
                  </a:lnTo>
                  <a:lnTo>
                    <a:pt x="134319" y="346444"/>
                  </a:lnTo>
                  <a:lnTo>
                    <a:pt x="109952" y="384827"/>
                  </a:lnTo>
                  <a:lnTo>
                    <a:pt x="87787" y="424671"/>
                  </a:lnTo>
                  <a:lnTo>
                    <a:pt x="67909" y="465891"/>
                  </a:lnTo>
                  <a:lnTo>
                    <a:pt x="50405" y="508401"/>
                  </a:lnTo>
                  <a:lnTo>
                    <a:pt x="35359" y="552117"/>
                  </a:lnTo>
                  <a:lnTo>
                    <a:pt x="22858" y="596952"/>
                  </a:lnTo>
                  <a:lnTo>
                    <a:pt x="12985" y="642822"/>
                  </a:lnTo>
                  <a:lnTo>
                    <a:pt x="5828" y="689641"/>
                  </a:lnTo>
                  <a:lnTo>
                    <a:pt x="1471" y="737325"/>
                  </a:lnTo>
                  <a:lnTo>
                    <a:pt x="0" y="785787"/>
                  </a:lnTo>
                  <a:lnTo>
                    <a:pt x="0" y="1266443"/>
                  </a:lnTo>
                  <a:lnTo>
                    <a:pt x="47907" y="1265009"/>
                  </a:lnTo>
                  <a:lnTo>
                    <a:pt x="95055" y="1260761"/>
                  </a:lnTo>
                  <a:lnTo>
                    <a:pt x="141361" y="1253783"/>
                  </a:lnTo>
                  <a:lnTo>
                    <a:pt x="186744" y="1244155"/>
                  </a:lnTo>
                  <a:lnTo>
                    <a:pt x="231120" y="1231961"/>
                  </a:lnTo>
                  <a:lnTo>
                    <a:pt x="274407" y="1217283"/>
                  </a:lnTo>
                  <a:lnTo>
                    <a:pt x="316524" y="1200202"/>
                  </a:lnTo>
                  <a:lnTo>
                    <a:pt x="357388" y="1180800"/>
                  </a:lnTo>
                  <a:lnTo>
                    <a:pt x="396917" y="1159161"/>
                  </a:lnTo>
                  <a:lnTo>
                    <a:pt x="435028" y="1135366"/>
                  </a:lnTo>
                  <a:lnTo>
                    <a:pt x="471640" y="1109498"/>
                  </a:lnTo>
                  <a:lnTo>
                    <a:pt x="506670" y="1081638"/>
                  </a:lnTo>
                  <a:lnTo>
                    <a:pt x="540036" y="1051869"/>
                  </a:lnTo>
                  <a:lnTo>
                    <a:pt x="571655" y="1020272"/>
                  </a:lnTo>
                  <a:lnTo>
                    <a:pt x="601446" y="986931"/>
                  </a:lnTo>
                  <a:lnTo>
                    <a:pt x="629327" y="951927"/>
                  </a:lnTo>
                  <a:lnTo>
                    <a:pt x="655214" y="915343"/>
                  </a:lnTo>
                  <a:lnTo>
                    <a:pt x="679026" y="877261"/>
                  </a:lnTo>
                  <a:lnTo>
                    <a:pt x="700681" y="837762"/>
                  </a:lnTo>
                  <a:lnTo>
                    <a:pt x="720096" y="796930"/>
                  </a:lnTo>
                  <a:lnTo>
                    <a:pt x="737189" y="754845"/>
                  </a:lnTo>
                  <a:lnTo>
                    <a:pt x="751878" y="711592"/>
                  </a:lnTo>
                  <a:lnTo>
                    <a:pt x="764081" y="667250"/>
                  </a:lnTo>
                  <a:lnTo>
                    <a:pt x="773715" y="621904"/>
                  </a:lnTo>
                  <a:lnTo>
                    <a:pt x="780698" y="575635"/>
                  </a:lnTo>
                  <a:lnTo>
                    <a:pt x="784948" y="528525"/>
                  </a:lnTo>
                  <a:lnTo>
                    <a:pt x="786384" y="480656"/>
                  </a:lnTo>
                  <a:lnTo>
                    <a:pt x="786384" y="0"/>
                  </a:lnTo>
                  <a:close/>
                </a:path>
              </a:pathLst>
            </a:custGeom>
            <a:solidFill>
              <a:srgbClr val="0068FF"/>
            </a:solidFill>
          </p:spPr>
          <p:txBody>
            <a:bodyPr wrap="square" lIns="0" tIns="0" rIns="0" bIns="0" rtlCol="0"/>
            <a:lstStyle/>
            <a:p/>
          </p:txBody>
        </p:sp>
        <p:sp>
          <p:nvSpPr>
            <p:cNvPr id="6" name="object 6"/>
            <p:cNvSpPr/>
            <p:nvPr/>
          </p:nvSpPr>
          <p:spPr>
            <a:xfrm>
              <a:off x="8081771" y="5591555"/>
              <a:ext cx="786765" cy="1266825"/>
            </a:xfrm>
            <a:custGeom>
              <a:avLst/>
              <a:rect l="l" t="t" r="r" b="b"/>
              <a:pathLst>
                <a:path w="786765" h="1266825">
                  <a:moveTo>
                    <a:pt x="0" y="0"/>
                  </a:moveTo>
                  <a:lnTo>
                    <a:pt x="0" y="480656"/>
                  </a:lnTo>
                  <a:lnTo>
                    <a:pt x="1435" y="528525"/>
                  </a:lnTo>
                  <a:lnTo>
                    <a:pt x="5685" y="575635"/>
                  </a:lnTo>
                  <a:lnTo>
                    <a:pt x="12668" y="621904"/>
                  </a:lnTo>
                  <a:lnTo>
                    <a:pt x="22302" y="667250"/>
                  </a:lnTo>
                  <a:lnTo>
                    <a:pt x="34505" y="711592"/>
                  </a:lnTo>
                  <a:lnTo>
                    <a:pt x="49194" y="754845"/>
                  </a:lnTo>
                  <a:lnTo>
                    <a:pt x="66287" y="796930"/>
                  </a:lnTo>
                  <a:lnTo>
                    <a:pt x="85702" y="837762"/>
                  </a:lnTo>
                  <a:lnTo>
                    <a:pt x="107357" y="877261"/>
                  </a:lnTo>
                  <a:lnTo>
                    <a:pt x="131169" y="915343"/>
                  </a:lnTo>
                  <a:lnTo>
                    <a:pt x="157056" y="951927"/>
                  </a:lnTo>
                  <a:lnTo>
                    <a:pt x="184937" y="986931"/>
                  </a:lnTo>
                  <a:lnTo>
                    <a:pt x="214728" y="1020272"/>
                  </a:lnTo>
                  <a:lnTo>
                    <a:pt x="246347" y="1051869"/>
                  </a:lnTo>
                  <a:lnTo>
                    <a:pt x="279713" y="1081638"/>
                  </a:lnTo>
                  <a:lnTo>
                    <a:pt x="314743" y="1109498"/>
                  </a:lnTo>
                  <a:lnTo>
                    <a:pt x="351355" y="1135366"/>
                  </a:lnTo>
                  <a:lnTo>
                    <a:pt x="389466" y="1159161"/>
                  </a:lnTo>
                  <a:lnTo>
                    <a:pt x="428995" y="1180800"/>
                  </a:lnTo>
                  <a:lnTo>
                    <a:pt x="469859" y="1200202"/>
                  </a:lnTo>
                  <a:lnTo>
                    <a:pt x="511976" y="1217283"/>
                  </a:lnTo>
                  <a:lnTo>
                    <a:pt x="555263" y="1231961"/>
                  </a:lnTo>
                  <a:lnTo>
                    <a:pt x="599639" y="1244155"/>
                  </a:lnTo>
                  <a:lnTo>
                    <a:pt x="645022" y="1253783"/>
                  </a:lnTo>
                  <a:lnTo>
                    <a:pt x="691328" y="1260761"/>
                  </a:lnTo>
                  <a:lnTo>
                    <a:pt x="738476" y="1265009"/>
                  </a:lnTo>
                  <a:lnTo>
                    <a:pt x="786383" y="1266443"/>
                  </a:lnTo>
                  <a:lnTo>
                    <a:pt x="786383" y="785787"/>
                  </a:lnTo>
                  <a:lnTo>
                    <a:pt x="784912" y="737325"/>
                  </a:lnTo>
                  <a:lnTo>
                    <a:pt x="780555" y="689641"/>
                  </a:lnTo>
                  <a:lnTo>
                    <a:pt x="773398" y="642822"/>
                  </a:lnTo>
                  <a:lnTo>
                    <a:pt x="763525" y="596952"/>
                  </a:lnTo>
                  <a:lnTo>
                    <a:pt x="751024" y="552117"/>
                  </a:lnTo>
                  <a:lnTo>
                    <a:pt x="735978" y="508401"/>
                  </a:lnTo>
                  <a:lnTo>
                    <a:pt x="718474" y="465891"/>
                  </a:lnTo>
                  <a:lnTo>
                    <a:pt x="698596" y="424671"/>
                  </a:lnTo>
                  <a:lnTo>
                    <a:pt x="676431" y="384827"/>
                  </a:lnTo>
                  <a:lnTo>
                    <a:pt x="652064" y="346444"/>
                  </a:lnTo>
                  <a:lnTo>
                    <a:pt x="625580" y="309608"/>
                  </a:lnTo>
                  <a:lnTo>
                    <a:pt x="597065" y="274403"/>
                  </a:lnTo>
                  <a:lnTo>
                    <a:pt x="566604" y="240916"/>
                  </a:lnTo>
                  <a:lnTo>
                    <a:pt x="534282" y="209231"/>
                  </a:lnTo>
                  <a:lnTo>
                    <a:pt x="500185" y="179433"/>
                  </a:lnTo>
                  <a:lnTo>
                    <a:pt x="464399" y="151609"/>
                  </a:lnTo>
                  <a:lnTo>
                    <a:pt x="427009" y="125843"/>
                  </a:lnTo>
                  <a:lnTo>
                    <a:pt x="388100" y="102220"/>
                  </a:lnTo>
                  <a:lnTo>
                    <a:pt x="347758" y="80827"/>
                  </a:lnTo>
                  <a:lnTo>
                    <a:pt x="306067" y="61748"/>
                  </a:lnTo>
                  <a:lnTo>
                    <a:pt x="263115" y="45068"/>
                  </a:lnTo>
                  <a:lnTo>
                    <a:pt x="218986" y="30873"/>
                  </a:lnTo>
                  <a:lnTo>
                    <a:pt x="173765" y="19248"/>
                  </a:lnTo>
                  <a:lnTo>
                    <a:pt x="127538" y="10279"/>
                  </a:lnTo>
                  <a:lnTo>
                    <a:pt x="80391" y="4051"/>
                  </a:lnTo>
                  <a:lnTo>
                    <a:pt x="0" y="0"/>
                  </a:lnTo>
                  <a:close/>
                </a:path>
              </a:pathLst>
            </a:custGeom>
            <a:solidFill>
              <a:srgbClr val="44536A"/>
            </a:solidFill>
          </p:spPr>
          <p:txBody>
            <a:bodyPr wrap="square" lIns="0" tIns="0" rIns="0" bIns="0" rtlCol="0"/>
            <a:lstStyle/>
            <a:p/>
          </p:txBody>
        </p:sp>
      </p:grpSp>
      <p:sp>
        <p:nvSpPr>
          <p:cNvPr id="7" name="object 7"/>
          <p:cNvSpPr>
            <a:spLocks noGrp="1" noEditPoints="1"/>
          </p:cNvSpPr>
          <p:nvPr>
            <p:ph type="title"/>
          </p:nvPr>
        </p:nvSpPr>
        <p:spPr>
          <a:xfrm>
            <a:off x="1246428" y="655701"/>
            <a:ext cx="4023360" cy="756920"/>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8" name="object 8"/>
          <p:cNvSpPr txBox="1"/>
          <p:nvPr/>
        </p:nvSpPr>
        <p:spPr>
          <a:xfrm>
            <a:off x="8136381" y="1868107"/>
            <a:ext cx="2094864" cy="253131"/>
          </a:xfrm>
          <a:prstGeom prst="rect">
            <a:avLst/>
          </a:prstGeom>
        </p:spPr>
        <p:txBody>
          <a:bodyPr vert="horz" wrap="square" lIns="0" tIns="0" rIns="0" bIns="0" rtlCol="0">
            <a:spAutoFit/>
          </a:bodyPr>
          <a:lstStyle/>
          <a:p>
            <a:pPr>
              <a:lnSpc>
                <a:spcPts val="1989"/>
              </a:lnSpc>
            </a:pPr>
            <a:endParaRPr sz="1800">
              <a:latin typeface="Arial" pitchFamily="34" charset="0" panose="020B0604020202020204"/>
              <a:cs typeface="Arial" pitchFamily="34" charset="0" panose="020B0604020202020204"/>
            </a:endParaRPr>
          </a:p>
        </p:txBody>
      </p:sp>
      <p:sp>
        <p:nvSpPr>
          <p:cNvPr id="14" name="object 1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15" name="object 15"/>
          <p:cNvSpPr txBox="1"/>
          <p:nvPr/>
        </p:nvSpPr>
        <p:spPr>
          <a:xfrm>
            <a:off x="11596116" y="6445541"/>
            <a:ext cx="163195" cy="196215"/>
          </a:xfrm>
          <a:prstGeom prst="rect">
            <a:avLst/>
          </a:prstGeom>
        </p:spPr>
        <p:txBody>
          <a:bodyPr vert="horz" wrap="square" lIns="0" tIns="0" rIns="0" bIns="0" rtlCol="0">
            <a:spAutoFit/>
          </a:bodyPr>
          <a:lstStyle/>
          <a:p>
            <a:pPr marL="38100">
              <a:lnSpc>
                <a:spcPts val="1430"/>
              </a:lnSpc>
            </a:pPr>
            <a:fld id="{81D60167-4931-47E6-BA6A-407CBD079E47}" type="slidenum">
              <a:rPr sz="1200" dirty="0">
                <a:solidFill>
                  <a:srgbClr val="627083"/>
                </a:solidFill>
                <a:latin typeface="Arial MT"/>
                <a:cs typeface="Arial MT"/>
              </a:rPr>
              <a:t>6</a:t>
            </a:fld>
            <a:endParaRPr sz="1200">
              <a:latin typeface="Arial MT"/>
              <a:cs typeface="Arial MT"/>
            </a:endParaRPr>
          </a:p>
        </p:txBody>
      </p:sp>
      <p:pic>
        <p:nvPicPr>
          <p:cNvPr id="16" name="Picture 15"/>
          <p:cNvPicPr>
            <a:picLocks noChangeAspect="1"/>
          </p:cNvPicPr>
          <p:nvPr/>
        </p:nvPicPr>
        <p:blipFill>
          <a:blip r:embed="rId1"/>
          <a:srcRect/>
          <a:stretch>
            <a:fillRect/>
          </a:stretch>
        </p:blipFill>
        <p:spPr>
          <a:xfrm>
            <a:off x="4655840" y="1700808"/>
            <a:ext cx="5599362" cy="4464497"/>
          </a:xfrm>
          <a:prstGeom prst="rect">
            <a:avLst/>
          </a:prstGeom>
        </p:spPr>
      </p:pic>
      <p:pic>
        <p:nvPicPr>
          <p:cNvPr id="17" name="Picture 16"/>
          <p:cNvPicPr>
            <a:picLocks noChangeAspect="1"/>
          </p:cNvPicPr>
          <p:nvPr/>
        </p:nvPicPr>
        <p:blipFill>
          <a:blip r:embed="rId2"/>
          <a:srcRect/>
          <a:stretch>
            <a:fillRect/>
          </a:stretch>
        </p:blipFill>
        <p:spPr>
          <a:xfrm>
            <a:off x="1559496" y="2008494"/>
            <a:ext cx="1656185" cy="768805"/>
          </a:xfrm>
          <a:prstGeom prst="rect">
            <a:avLst/>
          </a:prstGeom>
        </p:spPr>
      </p:pic>
      <p:pic>
        <p:nvPicPr>
          <p:cNvPr id="18" name="Picture 17"/>
          <p:cNvPicPr>
            <a:picLocks noChangeAspect="1"/>
          </p:cNvPicPr>
          <p:nvPr/>
        </p:nvPicPr>
        <p:blipFill>
          <a:blip r:embed="rId3"/>
          <a:srcRect/>
          <a:stretch>
            <a:fillRect/>
          </a:stretch>
        </p:blipFill>
        <p:spPr>
          <a:xfrm>
            <a:off x="1559496" y="2777299"/>
            <a:ext cx="1656184" cy="792088"/>
          </a:xfrm>
          <a:prstGeom prst="rect">
            <a:avLst/>
          </a:prstGeom>
        </p:spPr>
      </p:pic>
      <p:pic>
        <p:nvPicPr>
          <p:cNvPr id="19" name="Picture 18"/>
          <p:cNvPicPr>
            <a:picLocks noChangeAspect="1"/>
          </p:cNvPicPr>
          <p:nvPr/>
        </p:nvPicPr>
        <p:blipFill>
          <a:blip r:embed="rId4"/>
          <a:srcRect/>
          <a:stretch>
            <a:fillRect/>
          </a:stretch>
        </p:blipFill>
        <p:spPr>
          <a:xfrm>
            <a:off x="1559496" y="3569387"/>
            <a:ext cx="1656185" cy="774652"/>
          </a:xfrm>
          <a:prstGeom prst="rect">
            <a:avLst/>
          </a:prstGeom>
        </p:spPr>
      </p:pic>
      <p:pic>
        <p:nvPicPr>
          <p:cNvPr id="20" name="Picture 19"/>
          <p:cNvPicPr>
            <a:picLocks noChangeAspect="1"/>
          </p:cNvPicPr>
          <p:nvPr/>
        </p:nvPicPr>
        <p:blipFill>
          <a:blip r:embed="rId5"/>
          <a:srcRect/>
          <a:stretch>
            <a:fillRect/>
          </a:stretch>
        </p:blipFill>
        <p:spPr>
          <a:xfrm>
            <a:off x="1559496" y="4344039"/>
            <a:ext cx="2376264" cy="813153"/>
          </a:xfrm>
          <a:prstGeom prst="rect">
            <a:avLst/>
          </a:prstGeom>
        </p:spPr>
      </p:pic>
      <p:pic>
        <p:nvPicPr>
          <p:cNvPr id="21" name="Picture 20"/>
          <p:cNvPicPr>
            <a:picLocks noChangeAspect="1"/>
          </p:cNvPicPr>
          <p:nvPr/>
        </p:nvPicPr>
        <p:blipFill>
          <a:blip r:embed="rId6"/>
          <a:srcRect/>
          <a:stretch>
            <a:fillRect/>
          </a:stretch>
        </p:blipFill>
        <p:spPr>
          <a:xfrm>
            <a:off x="1559496" y="5157192"/>
            <a:ext cx="1656185" cy="7824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6" name="object 6"/>
          <p:cNvSpPr>
            <a:spLocks noGrp="1" noEditPoints="1"/>
          </p:cNvSpPr>
          <p:nvPr>
            <p:ph type="title"/>
          </p:nvPr>
        </p:nvSpPr>
        <p:spPr>
          <a:xfrm>
            <a:off x="1246428" y="655701"/>
            <a:ext cx="4023360" cy="756920"/>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7" name="object 7"/>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8" name="object 8"/>
          <p:cNvSpPr txBox="1"/>
          <p:nvPr/>
        </p:nvSpPr>
        <p:spPr>
          <a:xfrm>
            <a:off x="11596116" y="6445541"/>
            <a:ext cx="163195" cy="196215"/>
          </a:xfrm>
          <a:prstGeom prst="rect">
            <a:avLst/>
          </a:prstGeom>
        </p:spPr>
        <p:txBody>
          <a:bodyPr vert="horz" wrap="square" lIns="0" tIns="0" rIns="0" bIns="0" rtlCol="0">
            <a:spAutoFit/>
          </a:bodyPr>
          <a:lstStyle/>
          <a:p>
            <a:pPr marL="38100">
              <a:lnSpc>
                <a:spcPts val="1430"/>
              </a:lnSpc>
            </a:pPr>
            <a:fld id="{81D60167-4931-47E6-BA6A-407CBD079E47}" type="slidenum">
              <a:rPr sz="1200" dirty="0">
                <a:solidFill>
                  <a:srgbClr val="627083"/>
                </a:solidFill>
                <a:latin typeface="Arial MT"/>
                <a:cs typeface="Arial MT"/>
              </a:rPr>
              <a:t>7</a:t>
            </a:fld>
            <a:endParaRPr sz="1200">
              <a:latin typeface="Arial MT"/>
              <a:cs typeface="Arial MT"/>
            </a:endParaRPr>
          </a:p>
        </p:txBody>
      </p:sp>
      <p:pic>
        <p:nvPicPr>
          <p:cNvPr id="9" name="Picture 8"/>
          <p:cNvPicPr>
            <a:picLocks noChangeAspect="1"/>
          </p:cNvPicPr>
          <p:nvPr/>
        </p:nvPicPr>
        <p:blipFill>
          <a:blip r:embed="rId1"/>
          <a:srcRect/>
          <a:stretch>
            <a:fillRect/>
          </a:stretch>
        </p:blipFill>
        <p:spPr>
          <a:xfrm>
            <a:off x="911424" y="1796539"/>
            <a:ext cx="7642459" cy="4649002"/>
          </a:xfrm>
          <a:prstGeom prst="rect">
            <a:avLst/>
          </a:prstGeom>
        </p:spPr>
      </p:pic>
      <p:sp>
        <p:nvSpPr>
          <p:cNvPr id="12" name="TextBox 11"/>
          <p:cNvSpPr txBox="1"/>
          <p:nvPr/>
        </p:nvSpPr>
        <p:spPr>
          <a:xfrm>
            <a:off x="5688724" y="1721069"/>
            <a:ext cx="2567516" cy="503614"/>
          </a:xfrm>
          <a:prstGeom prst="rect">
            <a:avLst/>
          </a:prstGeom>
          <a:noFill/>
        </p:spPr>
        <p:txBody>
          <a:bodyPr wrap="square" rtlCol="0">
            <a:spAutoFit/>
          </a:bodyPr>
          <a:lstStyle/>
          <a:p>
            <a:r>
              <a:rPr lang="en-IN" sz="1500" b="1">
                <a:solidFill>
                  <a:srgbClr val="FF0000"/>
                </a:solidFill>
              </a:rPr>
              <a:t>Attrition by Gender</a:t>
            </a:r>
            <a:endParaRPr lang="en-US" sz="1500" b="1">
              <a:solidFill>
                <a:srgbClr val="FF0000"/>
              </a:solidFill>
            </a:endParaRPr>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246428" y="655701"/>
            <a:ext cx="4023360" cy="756920"/>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4" name="object 4"/>
          <p:cNvSpPr txBox="1"/>
          <p:nvPr/>
        </p:nvSpPr>
        <p:spPr>
          <a:xfrm>
            <a:off x="5807968" y="5877271"/>
            <a:ext cx="2880320" cy="286680"/>
          </a:xfrm>
          <a:prstGeom prst="rect">
            <a:avLst/>
          </a:prstGeom>
        </p:spPr>
        <p:txBody>
          <a:bodyPr vert="horz" wrap="square" lIns="0" tIns="0" rIns="0" bIns="0" rtlCol="0">
            <a:spAutoFit/>
          </a:bodyPr>
          <a:lstStyle/>
          <a:p>
            <a:pPr marL="12700">
              <a:lnSpc>
                <a:spcPts val="2315"/>
              </a:lnSpc>
            </a:pPr>
            <a:endParaRPr sz="1800" b="1">
              <a:solidFill>
                <a:srgbClr val="FF0000"/>
              </a:solidFill>
              <a:latin typeface="Arial" pitchFamily="34" charset="0" panose="020B0604020202020204"/>
              <a:cs typeface="Arial" pitchFamily="34" charset="0" panose="020B0604020202020204"/>
            </a:endParaRPr>
          </a:p>
        </p:txBody>
      </p:sp>
      <p:sp>
        <p:nvSpPr>
          <p:cNvPr id="5" name="object 5"/>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6" name="object 6"/>
          <p:cNvSpPr txBox="1"/>
          <p:nvPr/>
        </p:nvSpPr>
        <p:spPr>
          <a:xfrm>
            <a:off x="11597893" y="6445541"/>
            <a:ext cx="161290" cy="196215"/>
          </a:xfrm>
          <a:prstGeom prst="rect">
            <a:avLst/>
          </a:prstGeom>
        </p:spPr>
        <p:txBody>
          <a:bodyPr vert="horz" wrap="square" lIns="0" tIns="0" rIns="0" bIns="0" rtlCol="0">
            <a:spAutoFit/>
          </a:bodyPr>
          <a:lstStyle/>
          <a:p>
            <a:pPr marL="38100">
              <a:lnSpc>
                <a:spcPts val="1430"/>
              </a:lnSpc>
            </a:pPr>
            <a:fld id="{81D60167-4931-47E6-BA6A-407CBD079E47}" type="slidenum">
              <a:rPr sz="1200" dirty="0">
                <a:solidFill>
                  <a:srgbClr val="DAE4EE"/>
                </a:solidFill>
                <a:latin typeface="Arial MT"/>
                <a:cs typeface="Arial MT"/>
              </a:rPr>
              <a:t>8</a:t>
            </a:fld>
            <a:endParaRPr sz="1200">
              <a:latin typeface="Arial MT"/>
              <a:cs typeface="Arial MT"/>
            </a:endParaRPr>
          </a:p>
        </p:txBody>
      </p:sp>
      <p:pic>
        <p:nvPicPr>
          <p:cNvPr id="7" name="Picture 6"/>
          <p:cNvPicPr>
            <a:picLocks noChangeAspect="1"/>
          </p:cNvPicPr>
          <p:nvPr/>
        </p:nvPicPr>
        <p:blipFill>
          <a:blip r:embed="rId1"/>
          <a:srcRect/>
          <a:stretch>
            <a:fillRect/>
          </a:stretch>
        </p:blipFill>
        <p:spPr>
          <a:xfrm>
            <a:off x="4511824" y="1484784"/>
            <a:ext cx="5312417" cy="4752529"/>
          </a:xfrm>
          <a:prstGeom prst="rect">
            <a:avLst/>
          </a:prstGeom>
        </p:spPr>
      </p:pic>
      <p:sp>
        <p:nvSpPr>
          <p:cNvPr id="8" name="TextBox 7"/>
          <p:cNvSpPr txBox="1"/>
          <p:nvPr/>
        </p:nvSpPr>
        <p:spPr>
          <a:xfrm>
            <a:off x="1559496" y="4348655"/>
            <a:ext cx="3096344" cy="569019"/>
          </a:xfrm>
          <a:prstGeom prst="rect">
            <a:avLst/>
          </a:prstGeom>
          <a:noFill/>
        </p:spPr>
        <p:txBody>
          <a:bodyPr wrap="square" rtlCol="0">
            <a:spAutoFit/>
          </a:bodyPr>
          <a:lstStyle/>
          <a:p>
            <a:pPr marL="12700">
              <a:lnSpc>
                <a:spcPts val="2315"/>
              </a:lnSpc>
            </a:pPr>
            <a:r>
              <a:rPr lang="en-IN" sz="1800" b="1">
                <a:solidFill>
                  <a:srgbClr val="FF0000"/>
                </a:solidFill>
                <a:latin typeface="Arial" pitchFamily="34" charset="0" panose="020B0604020202020204"/>
                <a:cs typeface="Arial" pitchFamily="34" charset="0" panose="020B0604020202020204"/>
              </a:rPr>
              <a:t>Department wise Attrition</a:t>
            </a:r>
            <a:endParaRPr sz="1800" b="1">
              <a:solidFill>
                <a:srgbClr val="FF0000"/>
              </a:solidFill>
              <a:latin typeface="Arial" pitchFamily="34" charset="0" panose="020B0604020202020204"/>
              <a:cs typeface="Arial" pitchFamily="34" charset="0" panose="020B0604020202020204"/>
            </a:endParaRPr>
          </a:p>
          <a:p>
            <a:endParaRPr lang="en-US"/>
          </a:p>
        </p:txBody>
      </p:sp>
      <p:pic>
        <p:nvPicPr>
          <p:cNvPr id="9" name="Picture 8"/>
          <p:cNvPicPr>
            <a:picLocks noChangeAspect="1"/>
          </p:cNvPicPr>
          <p:nvPr/>
        </p:nvPicPr>
        <p:blipFill>
          <a:blip r:embed="rId2"/>
          <a:srcRect/>
          <a:stretch>
            <a:fillRect/>
          </a:stretch>
        </p:blipFill>
        <p:spPr>
          <a:xfrm>
            <a:off x="1919536" y="2852936"/>
            <a:ext cx="2016225" cy="12241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246428" y="655701"/>
            <a:ext cx="4023360" cy="756920"/>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9</a:t>
            </a:fld>
            <a:endParaRPr dirty="0"/>
          </a:p>
        </p:txBody>
      </p:sp>
      <p:pic>
        <p:nvPicPr>
          <p:cNvPr id="6" name="Picture 5"/>
          <p:cNvPicPr>
            <a:picLocks noChangeAspect="1"/>
          </p:cNvPicPr>
          <p:nvPr/>
        </p:nvPicPr>
        <p:blipFill>
          <a:blip r:embed="rId1"/>
          <a:srcRect/>
          <a:stretch>
            <a:fillRect/>
          </a:stretch>
        </p:blipFill>
        <p:spPr>
          <a:xfrm>
            <a:off x="551384" y="1484784"/>
            <a:ext cx="8568952" cy="4870383"/>
          </a:xfrm>
          <a:prstGeom prst="rect">
            <a:avLst/>
          </a:prstGeom>
        </p:spPr>
      </p:pic>
      <p:pic>
        <p:nvPicPr>
          <p:cNvPr id="7" name="Picture 6"/>
          <p:cNvPicPr>
            <a:picLocks noChangeAspect="1"/>
          </p:cNvPicPr>
          <p:nvPr/>
        </p:nvPicPr>
        <p:blipFill>
          <a:blip r:embed="rId2"/>
          <a:srcRect/>
          <a:stretch>
            <a:fillRect/>
          </a:stretch>
        </p:blipFill>
        <p:spPr>
          <a:xfrm>
            <a:off x="5269788" y="2348880"/>
            <a:ext cx="1690308" cy="7920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246428" y="655701"/>
            <a:ext cx="4023360" cy="756920"/>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10</a:t>
            </a:fld>
            <a:endParaRPr dirty="0"/>
          </a:p>
        </p:txBody>
      </p:sp>
      <p:pic>
        <p:nvPicPr>
          <p:cNvPr id="6" name="Picture 5"/>
          <p:cNvPicPr>
            <a:picLocks noChangeAspect="1"/>
          </p:cNvPicPr>
          <p:nvPr/>
        </p:nvPicPr>
        <p:blipFill>
          <a:blip r:embed="rId1"/>
          <a:srcRect/>
          <a:stretch>
            <a:fillRect/>
          </a:stretch>
        </p:blipFill>
        <p:spPr>
          <a:xfrm>
            <a:off x="983432" y="1412777"/>
            <a:ext cx="8856984" cy="4957010"/>
          </a:xfrm>
          <a:prstGeom prst="rect">
            <a:avLst/>
          </a:prstGeom>
        </p:spPr>
      </p:pic>
      <p:pic>
        <p:nvPicPr>
          <p:cNvPr id="7" name="Picture 6"/>
          <p:cNvPicPr>
            <a:picLocks noChangeAspect="1"/>
          </p:cNvPicPr>
          <p:nvPr/>
        </p:nvPicPr>
        <p:blipFill>
          <a:blip r:embed="rId2"/>
          <a:srcRect/>
          <a:stretch>
            <a:fillRect/>
          </a:stretch>
        </p:blipFill>
        <p:spPr>
          <a:xfrm>
            <a:off x="5879976" y="2636912"/>
            <a:ext cx="1690308" cy="7920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246428" y="655701"/>
            <a:ext cx="4023360" cy="756920"/>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11</a:t>
            </a:fld>
            <a:endParaRPr dirty="0"/>
          </a:p>
        </p:txBody>
      </p:sp>
      <p:pic>
        <p:nvPicPr>
          <p:cNvPr id="6" name="Picture 5"/>
          <p:cNvPicPr>
            <a:picLocks noChangeAspect="1"/>
          </p:cNvPicPr>
          <p:nvPr/>
        </p:nvPicPr>
        <p:blipFill>
          <a:blip r:embed="rId1"/>
          <a:srcRect/>
          <a:stretch>
            <a:fillRect/>
          </a:stretch>
        </p:blipFill>
        <p:spPr>
          <a:xfrm>
            <a:off x="1415480" y="1556792"/>
            <a:ext cx="9066998" cy="49666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246428" y="655701"/>
            <a:ext cx="4023360" cy="756920"/>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12</a:t>
            </a:fld>
            <a:endParaRPr dirty="0"/>
          </a:p>
        </p:txBody>
      </p:sp>
      <p:pic>
        <p:nvPicPr>
          <p:cNvPr id="6" name="Picture 5"/>
          <p:cNvPicPr>
            <a:picLocks noChangeAspect="1"/>
          </p:cNvPicPr>
          <p:nvPr/>
        </p:nvPicPr>
        <p:blipFill>
          <a:blip r:embed="rId1"/>
          <a:srcRect/>
          <a:stretch>
            <a:fillRect/>
          </a:stretch>
        </p:blipFill>
        <p:spPr>
          <a:xfrm>
            <a:off x="767408" y="2204864"/>
            <a:ext cx="8568952" cy="27363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199456" y="116632"/>
            <a:ext cx="4070332" cy="734644"/>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13</a:t>
            </a:fld>
            <a:endParaRPr dirty="0"/>
          </a:p>
        </p:txBody>
      </p:sp>
      <p:pic>
        <p:nvPicPr>
          <p:cNvPr id="6" name="Picture 5"/>
          <p:cNvPicPr>
            <a:picLocks noChangeAspect="1"/>
          </p:cNvPicPr>
          <p:nvPr/>
        </p:nvPicPr>
        <p:blipFill>
          <a:blip r:embed="rId1"/>
          <a:srcRect/>
          <a:stretch>
            <a:fillRect/>
          </a:stretch>
        </p:blipFill>
        <p:spPr>
          <a:xfrm>
            <a:off x="551384" y="947003"/>
            <a:ext cx="9721078" cy="54028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246428" y="0"/>
            <a:ext cx="4157176" cy="734644"/>
          </a:xfrm>
          <a:prstGeom prst="rect">
            <a:avLst/>
          </a:prstGeom>
        </p:spPr>
        <p:txBody>
          <a:bodyPr vert="horz" wrap="square" lIns="0" tIns="12700" rIns="0" bIns="0" rtlCol="0">
            <a:spAutoFit/>
          </a:bodyPr>
          <a:lstStyle/>
          <a:p>
            <a:pPr marL="12700">
              <a:lnSpc>
                <a:spcPct val="100000"/>
              </a:lnSpc>
              <a:spcBef>
                <a:spcPts val="100"/>
              </a:spcBef>
            </a:pPr>
            <a:r>
              <a:rPr sz="4800" spc="-5" dirty="0"/>
              <a:t>Data</a:t>
            </a:r>
            <a:r>
              <a:rPr sz="4800" spc="-80" dirty="0"/>
              <a:t> </a:t>
            </a:r>
            <a:r>
              <a:rPr sz="4800" dirty="0"/>
              <a:t>Analysis</a:t>
            </a:r>
            <a:endParaRPr sz="4800"/>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14</a:t>
            </a:fld>
            <a:endParaRPr dirty="0"/>
          </a:p>
        </p:txBody>
      </p:sp>
      <p:pic>
        <p:nvPicPr>
          <p:cNvPr id="6" name="Picture 5"/>
          <p:cNvPicPr>
            <a:picLocks noChangeAspect="1"/>
          </p:cNvPicPr>
          <p:nvPr/>
        </p:nvPicPr>
        <p:blipFill>
          <a:blip r:embed="rId1"/>
          <a:srcRect/>
          <a:stretch>
            <a:fillRect/>
          </a:stretch>
        </p:blipFill>
        <p:spPr>
          <a:xfrm>
            <a:off x="1479167" y="771470"/>
            <a:ext cx="7848872" cy="60865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3" name="object 3"/>
          <p:cNvSpPr>
            <a:spLocks noGrp="1" noEditPoints="1"/>
          </p:cNvSpPr>
          <p:nvPr>
            <p:ph type="title" idx="4294967295"/>
          </p:nvPr>
        </p:nvSpPr>
        <p:spPr>
          <a:xfrm>
            <a:off x="1246428" y="655701"/>
            <a:ext cx="4023360" cy="734644"/>
          </a:xfrm>
          <a:prstGeom prst="rect">
            <a:avLst/>
          </a:prstGeom>
        </p:spPr>
        <p:txBody>
          <a:bodyPr vert="horz" wrap="square" lIns="0" tIns="12700" rIns="0" bIns="0" rtlCol="0">
            <a:spAutoFit/>
          </a:bodyPr>
          <a:lstStyle/>
          <a:p>
            <a:pPr marL="12700">
              <a:lnSpc>
                <a:spcPct val="100000"/>
              </a:lnSpc>
              <a:spcBef>
                <a:spcPts val="100"/>
              </a:spcBef>
            </a:pPr>
            <a:r>
              <a:rPr sz="4800" spc="-5" dirty="0">
                <a:solidFill>
                  <a:schemeClr val="bg1"/>
                </a:solidFill>
              </a:rPr>
              <a:t>Data</a:t>
            </a:r>
            <a:r>
              <a:rPr sz="4800" spc="-80" dirty="0">
                <a:solidFill>
                  <a:schemeClr val="bg1"/>
                </a:solidFill>
              </a:rPr>
              <a:t> </a:t>
            </a:r>
            <a:r>
              <a:rPr sz="4800" dirty="0">
                <a:solidFill>
                  <a:schemeClr val="bg1"/>
                </a:solidFill>
              </a:rPr>
              <a:t>Analysis</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15</a:t>
            </a:fld>
            <a:endParaRPr dirty="0"/>
          </a:p>
        </p:txBody>
      </p:sp>
      <p:sp>
        <p:nvSpPr>
          <p:cNvPr id="6" name="TextBox 5"/>
          <p:cNvSpPr txBox="1"/>
          <p:nvPr/>
        </p:nvSpPr>
        <p:spPr>
          <a:xfrm>
            <a:off x="854393" y="1556792"/>
            <a:ext cx="10426183" cy="4063494"/>
          </a:xfrm>
          <a:prstGeom prst="rect">
            <a:avLst/>
          </a:prstGeom>
          <a:noFill/>
        </p:spPr>
        <p:txBody>
          <a:bodyPr wrap="square" rtlCol="0">
            <a:spAutoFit/>
          </a:bodyPr>
          <a:lstStyle/>
          <a:p>
            <a:pPr>
              <a:lnSpc>
                <a:spcPct val="115000"/>
              </a:lnSpc>
            </a:pPr>
            <a:endParaRPr lang="en-IN" sz="2000">
              <a:solidFill>
                <a:schemeClr val="accent1"/>
              </a:solidFill>
              <a:latin typeface="Lucida Calligraphy" pitchFamily="66" charset="0"/>
              <a:ea typeface="Lucida Calligraphy" pitchFamily="66" charset="0"/>
              <a:cs typeface="Lucida Calligraphy" pitchFamily="66" charset="0"/>
            </a:endParaRPr>
          </a:p>
          <a:p>
            <a:pPr>
              <a:lnSpc>
                <a:spcPct val="150000"/>
              </a:lnSpc>
            </a:pPr>
            <a:r>
              <a:rPr lang="en-US" sz="2000">
                <a:solidFill>
                  <a:schemeClr val="bg1"/>
                </a:solidFill>
                <a:latin typeface="Lucida Calligraphy" pitchFamily="66" charset="0"/>
                <a:ea typeface="Lucida Calligraphy" pitchFamily="66" charset="0"/>
                <a:cs typeface="Lucida Calligraphy" pitchFamily="66" charset="0"/>
              </a:rPr>
              <a:t>(1) '</a:t>
            </a:r>
            <a:r>
              <a:rPr lang="en-US" sz="2000" b="1">
                <a:solidFill>
                  <a:schemeClr val="bg1"/>
                </a:solidFill>
                <a:latin typeface="Lucida Calligraphy" pitchFamily="66" charset="0"/>
                <a:ea typeface="Lucida Calligraphy" pitchFamily="66" charset="0"/>
                <a:cs typeface="Lucida Calligraphy" pitchFamily="66" charset="0"/>
              </a:rPr>
              <a:t>Total</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Working</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Years</a:t>
            </a:r>
            <a:r>
              <a:rPr lang="en-US" sz="2000">
                <a:solidFill>
                  <a:schemeClr val="bg1"/>
                </a:solidFill>
                <a:latin typeface="Lucida Calligraphy" pitchFamily="66" charset="0"/>
                <a:ea typeface="Lucida Calligraphy" pitchFamily="66" charset="0"/>
                <a:cs typeface="Lucida Calligraphy" pitchFamily="66" charset="0"/>
              </a:rPr>
              <a:t>', </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a:t>
            </a:r>
            <a:r>
              <a:rPr lang="en-US" sz="2000" b="1">
                <a:solidFill>
                  <a:schemeClr val="bg1"/>
                </a:solidFill>
                <a:latin typeface="Lucida Calligraphy" pitchFamily="66" charset="0"/>
                <a:ea typeface="Lucida Calligraphy" pitchFamily="66" charset="0"/>
                <a:cs typeface="Lucida Calligraphy" pitchFamily="66" charset="0"/>
              </a:rPr>
              <a:t>Age'</a:t>
            </a:r>
            <a:r>
              <a:rPr lang="en-US" sz="2000">
                <a:solidFill>
                  <a:schemeClr val="bg1"/>
                </a:solidFill>
                <a:latin typeface="Lucida Calligraphy" pitchFamily="66" charset="0"/>
                <a:ea typeface="Lucida Calligraphy" pitchFamily="66" charset="0"/>
                <a:cs typeface="Lucida Calligraphy" pitchFamily="66" charset="0"/>
              </a:rPr>
              <a:t> </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(correlation=0.68)</a:t>
            </a:r>
          </a:p>
          <a:p>
            <a:pPr>
              <a:lnSpc>
                <a:spcPct val="150000"/>
              </a:lnSpc>
            </a:pPr>
            <a:r>
              <a:rPr lang="en-US" sz="2000">
                <a:solidFill>
                  <a:schemeClr val="bg1"/>
                </a:solidFill>
                <a:latin typeface="Lucida Calligraphy" pitchFamily="66" charset="0"/>
                <a:ea typeface="Lucida Calligraphy" pitchFamily="66" charset="0"/>
                <a:cs typeface="Lucida Calligraphy" pitchFamily="66" charset="0"/>
              </a:rPr>
              <a:t>(2) '</a:t>
            </a:r>
            <a:r>
              <a:rPr lang="en-US" sz="2000" b="1">
                <a:solidFill>
                  <a:schemeClr val="bg1"/>
                </a:solidFill>
                <a:latin typeface="Lucida Calligraphy" pitchFamily="66" charset="0"/>
                <a:ea typeface="Lucida Calligraphy" pitchFamily="66" charset="0"/>
                <a:cs typeface="Lucida Calligraphy" pitchFamily="66" charset="0"/>
              </a:rPr>
              <a:t>Percent</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Salary</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Hike</a:t>
            </a:r>
            <a:r>
              <a:rPr lang="en-US" sz="2000">
                <a:solidFill>
                  <a:schemeClr val="bg1"/>
                </a:solidFill>
                <a:latin typeface="Lucida Calligraphy" pitchFamily="66" charset="0"/>
                <a:ea typeface="Lucida Calligraphy" pitchFamily="66" charset="0"/>
                <a:cs typeface="Lucida Calligraphy" pitchFamily="66" charset="0"/>
              </a:rPr>
              <a:t>', </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a:t>
            </a:r>
            <a:r>
              <a:rPr lang="en-US" sz="2000" b="1">
                <a:solidFill>
                  <a:schemeClr val="bg1"/>
                </a:solidFill>
                <a:latin typeface="Lucida Calligraphy" pitchFamily="66" charset="0"/>
                <a:ea typeface="Lucida Calligraphy" pitchFamily="66" charset="0"/>
                <a:cs typeface="Lucida Calligraphy" pitchFamily="66" charset="0"/>
              </a:rPr>
              <a:t>Performance</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Rating</a:t>
            </a:r>
            <a:r>
              <a:rPr lang="en-US" sz="2000">
                <a:solidFill>
                  <a:schemeClr val="bg1"/>
                </a:solidFill>
                <a:latin typeface="Lucida Calligraphy" pitchFamily="66" charset="0"/>
                <a:ea typeface="Lucida Calligraphy" pitchFamily="66" charset="0"/>
                <a:cs typeface="Lucida Calligraphy" pitchFamily="66" charset="0"/>
              </a:rPr>
              <a:t>' </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(correlation=0.77)</a:t>
            </a:r>
          </a:p>
          <a:p>
            <a:pPr>
              <a:lnSpc>
                <a:spcPct val="150000"/>
              </a:lnSpc>
            </a:pPr>
            <a:r>
              <a:rPr lang="en-US" sz="2000">
                <a:solidFill>
                  <a:schemeClr val="bg1"/>
                </a:solidFill>
                <a:latin typeface="Lucida Calligraphy" pitchFamily="66" charset="0"/>
                <a:ea typeface="Lucida Calligraphy" pitchFamily="66" charset="0"/>
                <a:cs typeface="Lucida Calligraphy" pitchFamily="66" charset="0"/>
              </a:rPr>
              <a:t>(3) '</a:t>
            </a:r>
            <a:r>
              <a:rPr lang="en-US" sz="2000" b="1">
                <a:solidFill>
                  <a:schemeClr val="bg1"/>
                </a:solidFill>
                <a:latin typeface="Lucida Calligraphy" pitchFamily="66" charset="0"/>
                <a:ea typeface="Lucida Calligraphy" pitchFamily="66" charset="0"/>
                <a:cs typeface="Lucida Calligraphy" pitchFamily="66" charset="0"/>
              </a:rPr>
              <a:t>Years</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At</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Company</a:t>
            </a:r>
            <a:r>
              <a:rPr lang="en-US" sz="2000">
                <a:solidFill>
                  <a:schemeClr val="bg1"/>
                </a:solidFill>
                <a:latin typeface="Lucida Calligraphy" pitchFamily="66" charset="0"/>
                <a:ea typeface="Lucida Calligraphy" pitchFamily="66" charset="0"/>
                <a:cs typeface="Lucida Calligraphy" pitchFamily="66" charset="0"/>
              </a:rPr>
              <a:t>', </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a:t>
            </a:r>
            <a:r>
              <a:rPr lang="en-US" sz="2000" b="1">
                <a:solidFill>
                  <a:schemeClr val="bg1"/>
                </a:solidFill>
                <a:latin typeface="Lucida Calligraphy" pitchFamily="66" charset="0"/>
                <a:ea typeface="Lucida Calligraphy" pitchFamily="66" charset="0"/>
                <a:cs typeface="Lucida Calligraphy" pitchFamily="66" charset="0"/>
              </a:rPr>
              <a:t>Years</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With</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Curr</a:t>
            </a:r>
            <a:r>
              <a:rPr lang="en-IN" sz="2000" b="1">
                <a:solidFill>
                  <a:schemeClr val="bg1"/>
                </a:solidFill>
                <a:latin typeface="Lucida Calligraphy" pitchFamily="66" charset="0"/>
                <a:ea typeface="Lucida Calligraphy" pitchFamily="66" charset="0"/>
                <a:cs typeface="Lucida Calligraphy" pitchFamily="66" charset="0"/>
              </a:rPr>
              <a:t>_</a:t>
            </a:r>
            <a:r>
              <a:rPr lang="en-US" sz="2000" b="1">
                <a:solidFill>
                  <a:schemeClr val="bg1"/>
                </a:solidFill>
                <a:latin typeface="Lucida Calligraphy" pitchFamily="66" charset="0"/>
                <a:ea typeface="Lucida Calligraphy" pitchFamily="66" charset="0"/>
                <a:cs typeface="Lucida Calligraphy" pitchFamily="66" charset="0"/>
              </a:rPr>
              <a:t>Manager</a:t>
            </a:r>
            <a:r>
              <a:rPr lang="en-US" sz="2000">
                <a:solidFill>
                  <a:schemeClr val="bg1"/>
                </a:solidFill>
                <a:latin typeface="Lucida Calligraphy" pitchFamily="66" charset="0"/>
                <a:ea typeface="Lucida Calligraphy" pitchFamily="66" charset="0"/>
                <a:cs typeface="Lucida Calligraphy" pitchFamily="66" charset="0"/>
              </a:rPr>
              <a:t>'</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(correlation=0.77)</a:t>
            </a:r>
            <a:endParaRPr lang="en-IN" sz="2000">
              <a:solidFill>
                <a:schemeClr val="bg1"/>
              </a:solidFill>
              <a:latin typeface="Lucida Calligraphy" pitchFamily="66" charset="0"/>
              <a:ea typeface="Lucida Calligraphy" pitchFamily="66" charset="0"/>
              <a:cs typeface="Lucida Calligraphy" pitchFamily="66" charset="0"/>
            </a:endParaRPr>
          </a:p>
          <a:p>
            <a:pPr>
              <a:lnSpc>
                <a:spcPct val="150000"/>
              </a:lnSpc>
            </a:pPr>
            <a:endParaRPr lang="en-IN" sz="2000">
              <a:solidFill>
                <a:schemeClr val="bg1"/>
              </a:solidFill>
              <a:latin typeface="Lucida Calligraphy" pitchFamily="66" charset="0"/>
              <a:ea typeface="Lucida Calligraphy" pitchFamily="66" charset="0"/>
              <a:cs typeface="Lucida Calligraphy" pitchFamily="66" charset="0"/>
            </a:endParaRPr>
          </a:p>
          <a:p>
            <a:pPr>
              <a:lnSpc>
                <a:spcPct val="150000"/>
              </a:lnSpc>
            </a:pPr>
            <a:r>
              <a:rPr lang="en-IN" sz="2000">
                <a:solidFill>
                  <a:schemeClr val="bg1"/>
                </a:solidFill>
                <a:latin typeface="Lucida Calligraphy" pitchFamily="66" charset="0"/>
                <a:ea typeface="Lucida Calligraphy" pitchFamily="66" charset="0"/>
                <a:cs typeface="Lucida Calligraphy" pitchFamily="66" charset="0"/>
              </a:rPr>
              <a:t>All these variables </a:t>
            </a:r>
            <a:r>
              <a:rPr lang="en-US" sz="2000">
                <a:solidFill>
                  <a:schemeClr val="bg1"/>
                </a:solidFill>
                <a:latin typeface="Lucida Calligraphy" pitchFamily="66" charset="0"/>
                <a:ea typeface="Lucida Calligraphy" pitchFamily="66" charset="0"/>
                <a:cs typeface="Lucida Calligraphy" pitchFamily="66" charset="0"/>
              </a:rPr>
              <a:t>have moderate to high correlation with each other.</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These variables should be removed from the dataset by analy</a:t>
            </a:r>
            <a:r>
              <a:rPr lang="en-IN" sz="2000">
                <a:solidFill>
                  <a:schemeClr val="bg1"/>
                </a:solidFill>
                <a:latin typeface="Lucida Calligraphy" pitchFamily="66" charset="0"/>
                <a:ea typeface="Lucida Calligraphy" pitchFamily="66" charset="0"/>
                <a:cs typeface="Lucida Calligraphy" pitchFamily="66" charset="0"/>
              </a:rPr>
              <a:t>z</a:t>
            </a:r>
            <a:r>
              <a:rPr lang="en-US" sz="2000">
                <a:solidFill>
                  <a:schemeClr val="bg1"/>
                </a:solidFill>
                <a:latin typeface="Lucida Calligraphy" pitchFamily="66" charset="0"/>
                <a:ea typeface="Lucida Calligraphy" pitchFamily="66" charset="0"/>
                <a:cs typeface="Lucida Calligraphy" pitchFamily="66" charset="0"/>
              </a:rPr>
              <a:t>ing the Variation Inflation Factor</a:t>
            </a:r>
            <a:r>
              <a:rPr lang="en-IN" sz="2000">
                <a:solidFill>
                  <a:schemeClr val="bg1"/>
                </a:solidFill>
                <a:latin typeface="Lucida Calligraphy" pitchFamily="66" charset="0"/>
                <a:ea typeface="Lucida Calligraphy" pitchFamily="66" charset="0"/>
                <a:cs typeface="Lucida Calligraphy" pitchFamily="66" charset="0"/>
              </a:rPr>
              <a:t> </a:t>
            </a:r>
            <a:r>
              <a:rPr lang="en-US" sz="2000">
                <a:solidFill>
                  <a:schemeClr val="bg1"/>
                </a:solidFill>
                <a:latin typeface="Lucida Calligraphy" pitchFamily="66" charset="0"/>
                <a:ea typeface="Lucida Calligraphy" pitchFamily="66" charset="0"/>
                <a:cs typeface="Lucida Calligraphy" pitchFamily="66" charset="0"/>
              </a:rPr>
              <a:t>of the variables or they might affect the accuracy and prediction of the ML model.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415480" y="44624"/>
            <a:ext cx="4273508" cy="734644"/>
          </a:xfrm>
          <a:prstGeom prst="rect">
            <a:avLst/>
          </a:prstGeom>
        </p:spPr>
        <p:txBody>
          <a:bodyPr vert="horz" wrap="square" lIns="0" tIns="12700" rIns="0" bIns="0" rtlCol="0">
            <a:spAutoFit/>
          </a:bodyPr>
          <a:lstStyle/>
          <a:p>
            <a:pPr marL="12700">
              <a:lnSpc>
                <a:spcPct val="100000"/>
              </a:lnSpc>
              <a:spcBef>
                <a:spcPts val="100"/>
              </a:spcBef>
            </a:pPr>
            <a:r>
              <a:rPr sz="4800" spc="-5" dirty="0">
                <a:solidFill>
                  <a:schemeClr val="tx1"/>
                </a:solidFill>
              </a:rPr>
              <a:t>Data</a:t>
            </a:r>
            <a:r>
              <a:rPr sz="4800" spc="-80" dirty="0">
                <a:solidFill>
                  <a:schemeClr val="tx1"/>
                </a:solidFill>
              </a:rPr>
              <a:t> </a:t>
            </a:r>
            <a:r>
              <a:rPr sz="4800" dirty="0">
                <a:solidFill>
                  <a:schemeClr val="tx1"/>
                </a:solidFill>
              </a:rPr>
              <a:t>Analysis</a:t>
            </a:r>
            <a:endParaRPr sz="4800">
              <a:solidFill>
                <a:schemeClr val="tx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16</a:t>
            </a:fld>
            <a:endParaRPr dirty="0"/>
          </a:p>
        </p:txBody>
      </p:sp>
      <p:pic>
        <p:nvPicPr>
          <p:cNvPr id="6" name="Picture 5"/>
          <p:cNvPicPr>
            <a:picLocks noChangeAspect="1"/>
          </p:cNvPicPr>
          <p:nvPr/>
        </p:nvPicPr>
        <p:blipFill>
          <a:blip r:embed="rId1"/>
          <a:srcRect/>
          <a:stretch>
            <a:fillRect/>
          </a:stretch>
        </p:blipFill>
        <p:spPr>
          <a:xfrm>
            <a:off x="1559496" y="980728"/>
            <a:ext cx="7295667" cy="556292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a:spLocks noGrp="1" noEditPoints="1"/>
          </p:cNvSpPr>
          <p:nvPr>
            <p:ph type="title" idx="4294967295"/>
          </p:nvPr>
        </p:nvSpPr>
        <p:spPr>
          <a:xfrm>
            <a:off x="1246428" y="655701"/>
            <a:ext cx="4023360" cy="746997"/>
          </a:xfrm>
          <a:prstGeom prst="rect">
            <a:avLst/>
          </a:prstGeom>
        </p:spPr>
        <p:txBody>
          <a:bodyPr vert="horz" wrap="square" lIns="0" tIns="12700" rIns="0" bIns="0" rtlCol="0">
            <a:spAutoFit/>
          </a:bodyPr>
          <a:lstStyle/>
          <a:p>
            <a:pPr marL="12700">
              <a:lnSpc>
                <a:spcPct val="100000"/>
              </a:lnSpc>
              <a:spcBef>
                <a:spcPts val="100"/>
              </a:spcBef>
            </a:pPr>
            <a:r>
              <a:rPr sz="4800" spc="-5" dirty="0">
                <a:solidFill>
                  <a:schemeClr val="bg1"/>
                </a:solidFill>
              </a:rPr>
              <a:t>Data</a:t>
            </a:r>
            <a:r>
              <a:rPr sz="4800" spc="-80" dirty="0">
                <a:solidFill>
                  <a:schemeClr val="bg1"/>
                </a:solidFill>
              </a:rPr>
              <a:t> </a:t>
            </a:r>
            <a:r>
              <a:rPr sz="4800" dirty="0">
                <a:solidFill>
                  <a:schemeClr val="bg1"/>
                </a:solidFill>
              </a:rPr>
              <a:t>Analysis</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17</a:t>
            </a:fld>
            <a:endParaRPr dirty="0"/>
          </a:p>
        </p:txBody>
      </p:sp>
      <p:sp>
        <p:nvSpPr>
          <p:cNvPr id="6" name="TextBox 5"/>
          <p:cNvSpPr txBox="1"/>
          <p:nvPr/>
        </p:nvSpPr>
        <p:spPr>
          <a:xfrm>
            <a:off x="623392" y="1844824"/>
            <a:ext cx="10297144" cy="3572208"/>
          </a:xfrm>
          <a:prstGeom prst="rect">
            <a:avLst/>
          </a:prstGeom>
          <a:noFill/>
        </p:spPr>
        <p:txBody>
          <a:bodyPr wrap="square" rtlCol="0">
            <a:spAutoFit/>
          </a:bodyPr>
          <a:lstStyle/>
          <a:p>
            <a:pPr marL="342900" indent="-342900">
              <a:lnSpc>
                <a:spcPct val="150000"/>
              </a:lnSpc>
              <a:buFont typeface="Arial" pitchFamily="34" charset="0" panose="020B0604020202020204"/>
              <a:buChar char="•"/>
            </a:pPr>
            <a:r>
              <a:rPr lang="en-US" sz="2200">
                <a:solidFill>
                  <a:schemeClr val="bg1"/>
                </a:solidFill>
                <a:latin typeface="Lucida Calligraphy" pitchFamily="66" charset="0"/>
                <a:ea typeface="Lucida Calligraphy" pitchFamily="66" charset="0"/>
                <a:cs typeface="Lucida Calligraphy" pitchFamily="66" charset="0"/>
              </a:rPr>
              <a:t>KDE Plot of '</a:t>
            </a:r>
            <a:r>
              <a:rPr lang="en-US" sz="2200" b="1">
                <a:solidFill>
                  <a:schemeClr val="bg1"/>
                </a:solidFill>
                <a:latin typeface="Lucida Calligraphy" pitchFamily="66" charset="0"/>
                <a:ea typeface="Lucida Calligraphy" pitchFamily="66" charset="0"/>
                <a:cs typeface="Lucida Calligraphy" pitchFamily="66" charset="0"/>
              </a:rPr>
              <a:t>Years</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with</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curr</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Manager</a:t>
            </a:r>
            <a:r>
              <a:rPr lang="en-US" sz="2200">
                <a:solidFill>
                  <a:schemeClr val="bg1"/>
                </a:solidFill>
                <a:latin typeface="Lucida Calligraphy" pitchFamily="66" charset="0"/>
                <a:ea typeface="Lucida Calligraphy" pitchFamily="66" charset="0"/>
                <a:cs typeface="Lucida Calligraphy" pitchFamily="66" charset="0"/>
              </a:rPr>
              <a:t>' follows a bimodal distribution.</a:t>
            </a: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50000"/>
              </a:lnSpc>
              <a:buFont typeface="Arial" pitchFamily="34" charset="0" panose="020B0604020202020204"/>
              <a:buChar char="•"/>
            </a:pP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50000"/>
              </a:lnSpc>
              <a:buFont typeface="Arial" pitchFamily="34" charset="0" panose="020B0604020202020204"/>
              <a:buChar char="•"/>
            </a:pPr>
            <a:r>
              <a:rPr lang="en-US" sz="2200">
                <a:solidFill>
                  <a:schemeClr val="bg1"/>
                </a:solidFill>
                <a:latin typeface="Lucida Calligraphy" pitchFamily="66" charset="0"/>
                <a:ea typeface="Lucida Calligraphy" pitchFamily="66" charset="0"/>
                <a:cs typeface="Lucida Calligraphy" pitchFamily="66" charset="0"/>
              </a:rPr>
              <a:t>KDE Plot of '</a:t>
            </a:r>
            <a:r>
              <a:rPr lang="en-US" sz="2200" b="1">
                <a:solidFill>
                  <a:schemeClr val="bg1"/>
                </a:solidFill>
                <a:latin typeface="Lucida Calligraphy" pitchFamily="66" charset="0"/>
                <a:ea typeface="Lucida Calligraphy" pitchFamily="66" charset="0"/>
                <a:cs typeface="Lucida Calligraphy" pitchFamily="66" charset="0"/>
              </a:rPr>
              <a:t>Age</a:t>
            </a:r>
            <a:r>
              <a:rPr lang="en-US" sz="2200">
                <a:solidFill>
                  <a:schemeClr val="bg1"/>
                </a:solidFill>
                <a:latin typeface="Lucida Calligraphy" pitchFamily="66" charset="0"/>
                <a:ea typeface="Lucida Calligraphy" pitchFamily="66" charset="0"/>
                <a:cs typeface="Lucida Calligraphy" pitchFamily="66" charset="0"/>
              </a:rPr>
              <a:t>', '</a:t>
            </a:r>
            <a:r>
              <a:rPr lang="en-US" sz="2200" b="1">
                <a:solidFill>
                  <a:schemeClr val="bg1"/>
                </a:solidFill>
                <a:latin typeface="Lucida Calligraphy" pitchFamily="66" charset="0"/>
                <a:ea typeface="Lucida Calligraphy" pitchFamily="66" charset="0"/>
                <a:cs typeface="Lucida Calligraphy" pitchFamily="66" charset="0"/>
              </a:rPr>
              <a:t>Distance</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From</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Home</a:t>
            </a:r>
            <a:r>
              <a:rPr lang="en-US" sz="2200">
                <a:solidFill>
                  <a:schemeClr val="bg1"/>
                </a:solidFill>
                <a:latin typeface="Lucida Calligraphy" pitchFamily="66" charset="0"/>
                <a:ea typeface="Lucida Calligraphy" pitchFamily="66" charset="0"/>
                <a:cs typeface="Lucida Calligraphy" pitchFamily="66" charset="0"/>
              </a:rPr>
              <a:t>', '</a:t>
            </a:r>
            <a:r>
              <a:rPr lang="en-US" sz="2200" b="1">
                <a:solidFill>
                  <a:schemeClr val="bg1"/>
                </a:solidFill>
                <a:latin typeface="Lucida Calligraphy" pitchFamily="66" charset="0"/>
                <a:ea typeface="Lucida Calligraphy" pitchFamily="66" charset="0"/>
                <a:cs typeface="Lucida Calligraphy" pitchFamily="66" charset="0"/>
              </a:rPr>
              <a:t>Monthly</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Income</a:t>
            </a:r>
            <a:r>
              <a:rPr lang="en-US" sz="2200">
                <a:solidFill>
                  <a:schemeClr val="bg1"/>
                </a:solidFill>
                <a:latin typeface="Lucida Calligraphy" pitchFamily="66" charset="0"/>
                <a:ea typeface="Lucida Calligraphy" pitchFamily="66" charset="0"/>
                <a:cs typeface="Lucida Calligraphy" pitchFamily="66" charset="0"/>
              </a:rPr>
              <a:t>', '</a:t>
            </a:r>
            <a:r>
              <a:rPr lang="en-US" sz="2200" b="1">
                <a:solidFill>
                  <a:schemeClr val="bg1"/>
                </a:solidFill>
                <a:latin typeface="Lucida Calligraphy" pitchFamily="66" charset="0"/>
                <a:ea typeface="Lucida Calligraphy" pitchFamily="66" charset="0"/>
                <a:cs typeface="Lucida Calligraphy" pitchFamily="66" charset="0"/>
              </a:rPr>
              <a:t>Num</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Com</a:t>
            </a:r>
            <a:r>
              <a:rPr lang="en-IN" sz="2200" b="1">
                <a:solidFill>
                  <a:schemeClr val="bg1"/>
                </a:solidFill>
                <a:latin typeface="Lucida Calligraphy" pitchFamily="66" charset="0"/>
                <a:ea typeface="Lucida Calligraphy" pitchFamily="66" charset="0"/>
                <a:cs typeface="Lucida Calligraphy" pitchFamily="66" charset="0"/>
              </a:rPr>
              <a:t>pa</a:t>
            </a:r>
            <a:r>
              <a:rPr lang="en-US" sz="2200" b="1">
                <a:solidFill>
                  <a:schemeClr val="bg1"/>
                </a:solidFill>
                <a:latin typeface="Lucida Calligraphy" pitchFamily="66" charset="0"/>
                <a:ea typeface="Lucida Calligraphy" pitchFamily="66" charset="0"/>
                <a:cs typeface="Lucida Calligraphy" pitchFamily="66" charset="0"/>
              </a:rPr>
              <a:t>nies</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Worked</a:t>
            </a:r>
            <a:r>
              <a:rPr lang="en-US" sz="2200">
                <a:solidFill>
                  <a:schemeClr val="bg1"/>
                </a:solidFill>
                <a:latin typeface="Lucida Calligraphy" pitchFamily="66" charset="0"/>
                <a:ea typeface="Lucida Calligraphy" pitchFamily="66" charset="0"/>
                <a:cs typeface="Lucida Calligraphy" pitchFamily="66" charset="0"/>
              </a:rPr>
              <a:t>', '</a:t>
            </a:r>
            <a:r>
              <a:rPr lang="en-US" sz="2200" b="1">
                <a:solidFill>
                  <a:schemeClr val="bg1"/>
                </a:solidFill>
                <a:latin typeface="Lucida Calligraphy" pitchFamily="66" charset="0"/>
                <a:ea typeface="Lucida Calligraphy" pitchFamily="66" charset="0"/>
                <a:cs typeface="Lucida Calligraphy" pitchFamily="66" charset="0"/>
              </a:rPr>
              <a:t>Percent</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Salary</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Hike</a:t>
            </a:r>
            <a:r>
              <a:rPr lang="en-US" sz="2200">
                <a:solidFill>
                  <a:schemeClr val="bg1"/>
                </a:solidFill>
                <a:latin typeface="Lucida Calligraphy" pitchFamily="66" charset="0"/>
                <a:ea typeface="Lucida Calligraphy" pitchFamily="66" charset="0"/>
                <a:cs typeface="Lucida Calligraphy" pitchFamily="66" charset="0"/>
              </a:rPr>
              <a:t>',</a:t>
            </a:r>
          </a:p>
          <a:p>
            <a:pPr>
              <a:lnSpc>
                <a:spcPct val="150000"/>
              </a:lnSpc>
            </a:pPr>
            <a:r>
              <a:rPr lang="en-IN" sz="2200">
                <a:solidFill>
                  <a:schemeClr val="bg1"/>
                </a:solidFill>
                <a:latin typeface="Lucida Calligraphy" pitchFamily="66" charset="0"/>
                <a:ea typeface="Lucida Calligraphy" pitchFamily="66" charset="0"/>
                <a:cs typeface="Lucida Calligraphy" pitchFamily="66" charset="0"/>
              </a:rPr>
              <a:t>    '</a:t>
            </a:r>
            <a:r>
              <a:rPr lang="en-US" sz="2200" b="1">
                <a:solidFill>
                  <a:schemeClr val="bg1"/>
                </a:solidFill>
                <a:latin typeface="Lucida Calligraphy" pitchFamily="66" charset="0"/>
                <a:ea typeface="Lucida Calligraphy" pitchFamily="66" charset="0"/>
                <a:cs typeface="Lucida Calligraphy" pitchFamily="66" charset="0"/>
              </a:rPr>
              <a:t>Total</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Working</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Years</a:t>
            </a:r>
            <a:r>
              <a:rPr lang="en-US" sz="2200">
                <a:solidFill>
                  <a:schemeClr val="bg1"/>
                </a:solidFill>
                <a:latin typeface="Lucida Calligraphy" pitchFamily="66" charset="0"/>
                <a:ea typeface="Lucida Calligraphy" pitchFamily="66" charset="0"/>
                <a:cs typeface="Lucida Calligraphy" pitchFamily="66" charset="0"/>
              </a:rPr>
              <a:t>', '</a:t>
            </a:r>
            <a:r>
              <a:rPr lang="en-US" sz="2200" b="1">
                <a:solidFill>
                  <a:schemeClr val="bg1"/>
                </a:solidFill>
                <a:latin typeface="Lucida Calligraphy" pitchFamily="66" charset="0"/>
                <a:ea typeface="Lucida Calligraphy" pitchFamily="66" charset="0"/>
                <a:cs typeface="Lucida Calligraphy" pitchFamily="66" charset="0"/>
              </a:rPr>
              <a:t>Years</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At</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Company</a:t>
            </a:r>
            <a:r>
              <a:rPr lang="en-US" sz="2200">
                <a:solidFill>
                  <a:schemeClr val="bg1"/>
                </a:solidFill>
                <a:latin typeface="Lucida Calligraphy" pitchFamily="66" charset="0"/>
                <a:ea typeface="Lucida Calligraphy" pitchFamily="66" charset="0"/>
                <a:cs typeface="Lucida Calligraphy" pitchFamily="66" charset="0"/>
              </a:rPr>
              <a:t>', </a:t>
            </a:r>
            <a:r>
              <a:rPr lang="en-IN" sz="2200">
                <a:solidFill>
                  <a:schemeClr val="bg1"/>
                </a:solidFill>
                <a:latin typeface="Lucida Calligraphy" pitchFamily="66" charset="0"/>
                <a:ea typeface="Lucida Calligraphy" pitchFamily="66" charset="0"/>
                <a:cs typeface="Lucida Calligraphy" pitchFamily="66" charset="0"/>
              </a:rPr>
              <a:t>   </a:t>
            </a:r>
          </a:p>
          <a:p>
            <a:pPr>
              <a:lnSpc>
                <a:spcPct val="150000"/>
              </a:lnSpc>
            </a:pPr>
            <a:r>
              <a:rPr lang="en-IN" sz="2200">
                <a:solidFill>
                  <a:schemeClr val="bg1"/>
                </a:solidFill>
                <a:latin typeface="Lucida Calligraphy" pitchFamily="66" charset="0"/>
                <a:ea typeface="Lucida Calligraphy" pitchFamily="66" charset="0"/>
                <a:cs typeface="Lucida Calligraphy" pitchFamily="66" charset="0"/>
              </a:rPr>
              <a:t>    </a:t>
            </a:r>
            <a:r>
              <a:rPr lang="en-US" sz="2200">
                <a:solidFill>
                  <a:schemeClr val="bg1"/>
                </a:solidFill>
                <a:latin typeface="Lucida Calligraphy" pitchFamily="66" charset="0"/>
                <a:ea typeface="Lucida Calligraphy" pitchFamily="66" charset="0"/>
                <a:cs typeface="Lucida Calligraphy" pitchFamily="66" charset="0"/>
              </a:rPr>
              <a:t>'</a:t>
            </a:r>
            <a:r>
              <a:rPr lang="en-US" sz="2200" b="1">
                <a:solidFill>
                  <a:schemeClr val="bg1"/>
                </a:solidFill>
                <a:latin typeface="Lucida Calligraphy" pitchFamily="66" charset="0"/>
                <a:ea typeface="Lucida Calligraphy" pitchFamily="66" charset="0"/>
                <a:cs typeface="Lucida Calligraphy" pitchFamily="66" charset="0"/>
              </a:rPr>
              <a:t>Years</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Since</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Last</a:t>
            </a:r>
            <a:r>
              <a:rPr lang="en-IN" sz="2200" b="1">
                <a:solidFill>
                  <a:schemeClr val="bg1"/>
                </a:solidFill>
                <a:latin typeface="Lucida Calligraphy" pitchFamily="66" charset="0"/>
                <a:ea typeface="Lucida Calligraphy" pitchFamily="66" charset="0"/>
                <a:cs typeface="Lucida Calligraphy" pitchFamily="66" charset="0"/>
              </a:rPr>
              <a:t>_</a:t>
            </a:r>
            <a:r>
              <a:rPr lang="en-US" sz="2200" b="1">
                <a:solidFill>
                  <a:schemeClr val="bg1"/>
                </a:solidFill>
                <a:latin typeface="Lucida Calligraphy" pitchFamily="66" charset="0"/>
                <a:ea typeface="Lucida Calligraphy" pitchFamily="66" charset="0"/>
                <a:cs typeface="Lucida Calligraphy" pitchFamily="66" charset="0"/>
              </a:rPr>
              <a:t>Promotion</a:t>
            </a:r>
            <a:r>
              <a:rPr lang="en-US" sz="2200">
                <a:solidFill>
                  <a:schemeClr val="bg1"/>
                </a:solidFill>
                <a:latin typeface="Lucida Calligraphy" pitchFamily="66" charset="0"/>
                <a:ea typeface="Lucida Calligraphy" pitchFamily="66" charset="0"/>
                <a:cs typeface="Lucida Calligraphy" pitchFamily="66" charset="0"/>
              </a:rPr>
              <a:t>' have a left skewed distribution</a:t>
            </a:r>
            <a:r>
              <a:rPr lang="en-US" sz="2200">
                <a:solidFill>
                  <a:schemeClr val="tx2"/>
                </a:solidFill>
                <a:latin typeface="Lucida Calligraphy" pitchFamily="66" charset="0"/>
                <a:ea typeface="Lucida Calligraphy" pitchFamily="66" charset="0"/>
                <a:cs typeface="Lucida Calligraphy" pitchFamily="66"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3" name="object 3"/>
          <p:cNvSpPr>
            <a:spLocks noGrp="1" noEditPoints="1"/>
          </p:cNvSpPr>
          <p:nvPr>
            <p:ph type="title" idx="4294967295"/>
          </p:nvPr>
        </p:nvSpPr>
        <p:spPr>
          <a:xfrm>
            <a:off x="1246428" y="655701"/>
            <a:ext cx="6073708" cy="734644"/>
          </a:xfrm>
          <a:prstGeom prst="rect">
            <a:avLst/>
          </a:prstGeom>
        </p:spPr>
        <p:txBody>
          <a:bodyPr vert="horz" wrap="square" lIns="0" tIns="12700" rIns="0" bIns="0" rtlCol="0">
            <a:spAutoFit/>
          </a:bodyPr>
          <a:lstStyle/>
          <a:p>
            <a:pPr marL="12700">
              <a:lnSpc>
                <a:spcPct val="100000"/>
              </a:lnSpc>
              <a:spcBef>
                <a:spcPts val="100"/>
              </a:spcBef>
            </a:pPr>
            <a:r>
              <a:rPr lang="en-IN" sz="4800">
                <a:solidFill>
                  <a:schemeClr val="bg1"/>
                </a:solidFill>
              </a:rPr>
              <a:t>Model Performance</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18</a:t>
            </a:fld>
            <a:endParaRPr dirty="0"/>
          </a:p>
        </p:txBody>
      </p:sp>
      <p:sp>
        <p:nvSpPr>
          <p:cNvPr id="6" name="TextBox 5"/>
          <p:cNvSpPr txBox="1"/>
          <p:nvPr/>
        </p:nvSpPr>
        <p:spPr>
          <a:xfrm>
            <a:off x="854393" y="1844824"/>
            <a:ext cx="9274055" cy="3552373"/>
          </a:xfrm>
          <a:prstGeom prst="rect">
            <a:avLst/>
          </a:prstGeom>
          <a:noFill/>
        </p:spPr>
        <p:txBody>
          <a:bodyPr wrap="square" rtlCol="0">
            <a:spAutoFit/>
          </a:bodyPr>
          <a:lstStyle/>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We performed the encoding and scaling of the features to ease the machine learning model for better prediction.</a:t>
            </a:r>
          </a:p>
          <a:p>
            <a:pPr marL="342900" indent="-342900">
              <a:lnSpc>
                <a:spcPct val="115000"/>
              </a:lnSpc>
              <a:buFont typeface="Arial" pitchFamily="34" charset="0" panose="020B0604020202020204"/>
              <a:buChar char="•"/>
            </a:pP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We scaled the features using Standard Scaler from the sklearn library of Python.</a:t>
            </a:r>
          </a:p>
          <a:p>
            <a:pPr marL="342900" indent="-342900">
              <a:lnSpc>
                <a:spcPct val="115000"/>
              </a:lnSpc>
              <a:buFont typeface="Arial" pitchFamily="34" charset="0" panose="020B0604020202020204"/>
              <a:buChar char="•"/>
            </a:pP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a:t>
            </a:r>
            <a:r>
              <a:rPr lang="en-IN" sz="2200" b="1">
                <a:solidFill>
                  <a:schemeClr val="bg1"/>
                </a:solidFill>
                <a:latin typeface="Lucida Calligraphy" pitchFamily="66" charset="0"/>
                <a:ea typeface="Lucida Calligraphy" pitchFamily="66" charset="0"/>
                <a:cs typeface="Lucida Calligraphy" pitchFamily="66" charset="0"/>
              </a:rPr>
              <a:t>Department_Sales</a:t>
            </a:r>
            <a:r>
              <a:rPr lang="en-IN" sz="2200">
                <a:solidFill>
                  <a:schemeClr val="bg1"/>
                </a:solidFill>
                <a:latin typeface="Lucida Calligraphy" pitchFamily="66" charset="0"/>
                <a:ea typeface="Lucida Calligraphy" pitchFamily="66" charset="0"/>
                <a:cs typeface="Lucida Calligraphy" pitchFamily="66" charset="0"/>
              </a:rPr>
              <a:t>' is a collinear feature which means it has a high correlation, hence we dropped this feature to remove the multicollinearity issue.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3" name="object 3"/>
          <p:cNvSpPr>
            <a:spLocks noGrp="1" noEditPoints="1"/>
          </p:cNvSpPr>
          <p:nvPr>
            <p:ph type="title" idx="4294967295"/>
          </p:nvPr>
        </p:nvSpPr>
        <p:spPr>
          <a:xfrm>
            <a:off x="1246428" y="655701"/>
            <a:ext cx="6073708" cy="734644"/>
          </a:xfrm>
          <a:prstGeom prst="rect">
            <a:avLst/>
          </a:prstGeom>
        </p:spPr>
        <p:txBody>
          <a:bodyPr vert="horz" wrap="square" lIns="0" tIns="12700" rIns="0" bIns="0" rtlCol="0">
            <a:spAutoFit/>
          </a:bodyPr>
          <a:lstStyle/>
          <a:p>
            <a:pPr marL="12700">
              <a:lnSpc>
                <a:spcPct val="100000"/>
              </a:lnSpc>
              <a:spcBef>
                <a:spcPts val="100"/>
              </a:spcBef>
            </a:pPr>
            <a:r>
              <a:rPr lang="en-IN" sz="4800">
                <a:solidFill>
                  <a:schemeClr val="bg1"/>
                </a:solidFill>
              </a:rPr>
              <a:t>Model Performance</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19</a:t>
            </a:fld>
            <a:endParaRPr dirty="0"/>
          </a:p>
        </p:txBody>
      </p:sp>
      <p:sp>
        <p:nvSpPr>
          <p:cNvPr id="6" name="TextBox 5"/>
          <p:cNvSpPr txBox="1"/>
          <p:nvPr/>
        </p:nvSpPr>
        <p:spPr>
          <a:xfrm>
            <a:off x="1127448" y="1916832"/>
            <a:ext cx="8928992" cy="3552373"/>
          </a:xfrm>
          <a:prstGeom prst="rect">
            <a:avLst/>
          </a:prstGeom>
          <a:noFill/>
        </p:spPr>
        <p:txBody>
          <a:bodyPr wrap="square" rtlCol="0">
            <a:spAutoFit/>
          </a:bodyPr>
          <a:lstStyle/>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We split this data into training and testing data in the ratio of 80:20 that is 80 percent of the data is training data and the rest 20 percent is testing data.</a:t>
            </a:r>
          </a:p>
          <a:p>
            <a:pPr marL="342900" indent="-342900">
              <a:lnSpc>
                <a:spcPct val="115000"/>
              </a:lnSpc>
              <a:buFont typeface="Arial" pitchFamily="34" charset="0" panose="020B0604020202020204"/>
              <a:buChar char="•"/>
            </a:pP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XG Boost model will train on the training data to provide predictions on the testing data.</a:t>
            </a:r>
          </a:p>
          <a:p>
            <a:pPr marL="342900" indent="-342900">
              <a:lnSpc>
                <a:spcPct val="115000"/>
              </a:lnSpc>
              <a:buFont typeface="Arial" pitchFamily="34" charset="0" panose="020B0604020202020204"/>
              <a:buChar char="•"/>
            </a:pP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The target column is the '</a:t>
            </a:r>
            <a:r>
              <a:rPr lang="en-IN" sz="2200" b="1">
                <a:solidFill>
                  <a:schemeClr val="bg1"/>
                </a:solidFill>
                <a:latin typeface="Lucida Calligraphy" pitchFamily="66" charset="0"/>
                <a:ea typeface="Lucida Calligraphy" pitchFamily="66" charset="0"/>
                <a:cs typeface="Lucida Calligraphy" pitchFamily="66" charset="0"/>
              </a:rPr>
              <a:t>Attrition</a:t>
            </a:r>
            <a:r>
              <a:rPr lang="en-IN" sz="2200">
                <a:solidFill>
                  <a:schemeClr val="bg1"/>
                </a:solidFill>
                <a:latin typeface="Lucida Calligraphy" pitchFamily="66" charset="0"/>
                <a:ea typeface="Lucida Calligraphy" pitchFamily="66" charset="0"/>
                <a:cs typeface="Lucida Calligraphy" pitchFamily="66" charset="0"/>
              </a:rPr>
              <a:t>' column that is this column is to be predicted.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1055440" y="116632"/>
            <a:ext cx="9699142" cy="939800"/>
          </a:xfrm>
          <a:prstGeom prst="rect">
            <a:avLst/>
          </a:prstGeom>
        </p:spPr>
        <p:txBody>
          <a:bodyPr vert="horz" wrap="square" lIns="0" tIns="12700" rIns="0" bIns="0" rtlCol="0">
            <a:spAutoFit/>
          </a:bodyPr>
          <a:lstStyle/>
          <a:p>
            <a:pPr marL="12700">
              <a:lnSpc>
                <a:spcPct val="100000"/>
              </a:lnSpc>
              <a:spcBef>
                <a:spcPts val="100"/>
              </a:spcBef>
            </a:pPr>
            <a:r>
              <a:rPr lang="en-IN" sz="4800">
                <a:solidFill>
                  <a:schemeClr val="tx1"/>
                </a:solidFill>
              </a:rPr>
              <a:t>Model Performance</a:t>
            </a:r>
            <a:endParaRPr sz="4800">
              <a:solidFill>
                <a:schemeClr val="tx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20</a:t>
            </a:fld>
            <a:endParaRPr dirty="0"/>
          </a:p>
        </p:txBody>
      </p:sp>
      <p:sp>
        <p:nvSpPr>
          <p:cNvPr id="6" name="TextBox 5"/>
          <p:cNvSpPr txBox="1"/>
          <p:nvPr/>
        </p:nvSpPr>
        <p:spPr>
          <a:xfrm>
            <a:off x="1127448" y="2276871"/>
            <a:ext cx="7992888" cy="399729"/>
          </a:xfrm>
          <a:prstGeom prst="rect">
            <a:avLst/>
          </a:prstGeom>
          <a:noFill/>
        </p:spPr>
        <p:txBody>
          <a:bodyPr wrap="square" rtlCol="0">
            <a:spAutoFit/>
          </a:bodyPr>
          <a:lstStyle/>
          <a:p>
            <a:pPr marL="0" indent="0">
              <a:buFont typeface="Arial" pitchFamily="34" charset="0" panose="020B0604020202020204"/>
              <a:buNone/>
            </a:pPr>
            <a:endParaRPr lang="en-IN" sz="2000">
              <a:solidFill>
                <a:schemeClr val="bg1"/>
              </a:solidFill>
              <a:latin typeface="Lucida Calligraphy" pitchFamily="66" charset="0"/>
              <a:ea typeface="Lucida Calligraphy" pitchFamily="66" charset="0"/>
              <a:cs typeface="Lucida Calligraphy" pitchFamily="66" charset="0"/>
            </a:endParaRPr>
          </a:p>
        </p:txBody>
      </p:sp>
      <p:pic>
        <p:nvPicPr>
          <p:cNvPr id="7" name="Picture 6"/>
          <p:cNvPicPr>
            <a:picLocks noChangeAspect="1"/>
          </p:cNvPicPr>
          <p:nvPr/>
        </p:nvPicPr>
        <p:blipFill>
          <a:blip r:embed="rId1"/>
          <a:srcRect/>
          <a:stretch>
            <a:fillRect/>
          </a:stretch>
        </p:blipFill>
        <p:spPr>
          <a:xfrm>
            <a:off x="2495600" y="1072325"/>
            <a:ext cx="6624736" cy="552502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3" name="object 3"/>
          <p:cNvSpPr>
            <a:spLocks noGrp="1" noEditPoints="1"/>
          </p:cNvSpPr>
          <p:nvPr>
            <p:ph type="title" idx="4294967295"/>
          </p:nvPr>
        </p:nvSpPr>
        <p:spPr>
          <a:xfrm>
            <a:off x="1246428" y="655701"/>
            <a:ext cx="6073708" cy="734644"/>
          </a:xfrm>
          <a:prstGeom prst="rect">
            <a:avLst/>
          </a:prstGeom>
        </p:spPr>
        <p:txBody>
          <a:bodyPr vert="horz" wrap="square" lIns="0" tIns="12700" rIns="0" bIns="0" rtlCol="0">
            <a:spAutoFit/>
          </a:bodyPr>
          <a:lstStyle/>
          <a:p>
            <a:pPr marL="12700">
              <a:lnSpc>
                <a:spcPct val="100000"/>
              </a:lnSpc>
              <a:spcBef>
                <a:spcPts val="100"/>
              </a:spcBef>
            </a:pPr>
            <a:r>
              <a:rPr lang="en-IN" sz="4800">
                <a:solidFill>
                  <a:schemeClr val="bg1"/>
                </a:solidFill>
              </a:rPr>
              <a:t>Model Performance</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21</a:t>
            </a:fld>
            <a:endParaRPr dirty="0"/>
          </a:p>
        </p:txBody>
      </p:sp>
      <p:sp>
        <p:nvSpPr>
          <p:cNvPr id="6" name="TextBox 5"/>
          <p:cNvSpPr txBox="1"/>
          <p:nvPr/>
        </p:nvSpPr>
        <p:spPr>
          <a:xfrm>
            <a:off x="767408" y="1916832"/>
            <a:ext cx="10081120" cy="3552373"/>
          </a:xfrm>
          <a:prstGeom prst="rect">
            <a:avLst/>
          </a:prstGeom>
          <a:noFill/>
        </p:spPr>
        <p:txBody>
          <a:bodyPr wrap="square" rtlCol="0">
            <a:spAutoFit/>
          </a:bodyPr>
          <a:lstStyle/>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After training the XG Boost model and putting it to test, we got an accuracy of 91.84 percent.</a:t>
            </a:r>
          </a:p>
          <a:p>
            <a:pPr marL="342900" indent="-342900">
              <a:lnSpc>
                <a:spcPct val="115000"/>
              </a:lnSpc>
              <a:buFont typeface="Arial" pitchFamily="34" charset="0" panose="020B0604020202020204"/>
              <a:buChar char="•"/>
            </a:pP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The True Positives, True negatives, False Positives and False Negatives are 72, 738, 3 and 69 respectively.</a:t>
            </a:r>
          </a:p>
          <a:p>
            <a:pPr marL="342900" indent="-342900">
              <a:lnSpc>
                <a:spcPct val="115000"/>
              </a:lnSpc>
              <a:buFont typeface="Arial" pitchFamily="34" charset="0" panose="020B0604020202020204"/>
              <a:buChar char="•"/>
            </a:pPr>
            <a:endParaRPr lang="en-IN" sz="2200">
              <a:solidFill>
                <a:schemeClr val="bg1"/>
              </a:solidFill>
              <a:latin typeface="Lucida Calligraphy" pitchFamily="66" charset="0"/>
              <a:ea typeface="Lucida Calligraphy" pitchFamily="66" charset="0"/>
              <a:cs typeface="Lucida Calligraphy" pitchFamily="66" charset="0"/>
            </a:endParaRPr>
          </a:p>
          <a:p>
            <a:pPr marL="342900" indent="-342900">
              <a:lnSpc>
                <a:spcPct val="115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Here the most important metric is Precision which is determined by the False Negatives. So we got a good precision value which will give us better results about the prediction.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3" name="object 3"/>
          <p:cNvSpPr>
            <a:spLocks noGrp="1" noEditPoints="1"/>
          </p:cNvSpPr>
          <p:nvPr>
            <p:ph type="title"/>
          </p:nvPr>
        </p:nvSpPr>
        <p:spPr>
          <a:xfrm>
            <a:off x="911424" y="132525"/>
            <a:ext cx="9699142" cy="939800"/>
          </a:xfrm>
          <a:prstGeom prst="rect">
            <a:avLst/>
          </a:prstGeom>
        </p:spPr>
        <p:txBody>
          <a:bodyPr vert="horz" wrap="square" lIns="0" tIns="12700" rIns="0" bIns="0" rtlCol="0">
            <a:spAutoFit/>
          </a:bodyPr>
          <a:lstStyle/>
          <a:p>
            <a:pPr marL="12700">
              <a:lnSpc>
                <a:spcPct val="100000"/>
              </a:lnSpc>
              <a:spcBef>
                <a:spcPts val="100"/>
              </a:spcBef>
            </a:pPr>
            <a:r>
              <a:rPr lang="en-IN" sz="4800">
                <a:solidFill>
                  <a:schemeClr val="tx1"/>
                </a:solidFill>
              </a:rPr>
              <a:t>Model Performance</a:t>
            </a:r>
            <a:endParaRPr sz="4800">
              <a:solidFill>
                <a:schemeClr val="tx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22</a:t>
            </a:fld>
            <a:endParaRPr dirty="0"/>
          </a:p>
        </p:txBody>
      </p:sp>
      <p:sp>
        <p:nvSpPr>
          <p:cNvPr id="6" name="TextBox 5"/>
          <p:cNvSpPr txBox="1"/>
          <p:nvPr/>
        </p:nvSpPr>
        <p:spPr>
          <a:xfrm>
            <a:off x="1127448" y="2276871"/>
            <a:ext cx="7992888" cy="399729"/>
          </a:xfrm>
          <a:prstGeom prst="rect">
            <a:avLst/>
          </a:prstGeom>
          <a:noFill/>
        </p:spPr>
        <p:txBody>
          <a:bodyPr wrap="square" rtlCol="0">
            <a:spAutoFit/>
          </a:bodyPr>
          <a:lstStyle/>
          <a:p>
            <a:pPr marL="0" indent="0">
              <a:buFont typeface="Arial" pitchFamily="34" charset="0" panose="020B0604020202020204"/>
              <a:buNone/>
            </a:pPr>
            <a:endParaRPr lang="en-IN" sz="2000">
              <a:solidFill>
                <a:schemeClr val="bg1"/>
              </a:solidFill>
              <a:latin typeface="Lucida Calligraphy" pitchFamily="66" charset="0"/>
              <a:ea typeface="Lucida Calligraphy" pitchFamily="66" charset="0"/>
              <a:cs typeface="Lucida Calligraphy" pitchFamily="66" charset="0"/>
            </a:endParaRPr>
          </a:p>
        </p:txBody>
      </p:sp>
      <p:pic>
        <p:nvPicPr>
          <p:cNvPr id="8" name="Picture 7"/>
          <p:cNvPicPr>
            <a:picLocks noChangeAspect="1"/>
          </p:cNvPicPr>
          <p:nvPr/>
        </p:nvPicPr>
        <p:blipFill>
          <a:blip r:embed="rId1"/>
          <a:srcRect/>
          <a:stretch>
            <a:fillRect/>
          </a:stretch>
        </p:blipFill>
        <p:spPr>
          <a:xfrm>
            <a:off x="459740" y="836712"/>
            <a:ext cx="10388788" cy="533494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3" name="object 3"/>
          <p:cNvSpPr>
            <a:spLocks noGrp="1" noEditPoints="1"/>
          </p:cNvSpPr>
          <p:nvPr>
            <p:ph type="title" idx="4294967295"/>
          </p:nvPr>
        </p:nvSpPr>
        <p:spPr>
          <a:xfrm>
            <a:off x="1487488" y="1052736"/>
            <a:ext cx="5832648" cy="746997"/>
          </a:xfrm>
          <a:prstGeom prst="rect">
            <a:avLst/>
          </a:prstGeom>
        </p:spPr>
        <p:txBody>
          <a:bodyPr vert="horz" wrap="square" lIns="0" tIns="12700" rIns="0" bIns="0" rtlCol="0">
            <a:spAutoFit/>
          </a:bodyPr>
          <a:lstStyle/>
          <a:p>
            <a:pPr marL="12700">
              <a:lnSpc>
                <a:spcPct val="100000"/>
              </a:lnSpc>
              <a:spcBef>
                <a:spcPts val="100"/>
              </a:spcBef>
            </a:pPr>
            <a:r>
              <a:rPr lang="en-IN" sz="4800">
                <a:solidFill>
                  <a:schemeClr val="bg1"/>
                </a:solidFill>
              </a:rPr>
              <a:t>Model Performance</a:t>
            </a:r>
            <a:endParaRPr sz="4800">
              <a:solidFill>
                <a:schemeClr val="bg1"/>
              </a:solidFill>
            </a:endParaRPr>
          </a:p>
        </p:txBody>
      </p:sp>
      <p:sp>
        <p:nvSpPr>
          <p:cNvPr id="4" name="object 4"/>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5" name="object 5"/>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23</a:t>
            </a:fld>
            <a:endParaRPr dirty="0"/>
          </a:p>
        </p:txBody>
      </p:sp>
      <p:sp>
        <p:nvSpPr>
          <p:cNvPr id="6" name="TextBox 5"/>
          <p:cNvSpPr txBox="1"/>
          <p:nvPr/>
        </p:nvSpPr>
        <p:spPr>
          <a:xfrm>
            <a:off x="1127448" y="2852936"/>
            <a:ext cx="7992888" cy="2716209"/>
          </a:xfrm>
          <a:prstGeom prst="rect">
            <a:avLst/>
          </a:prstGeom>
          <a:noFill/>
        </p:spPr>
        <p:txBody>
          <a:bodyPr wrap="square" rtlCol="0">
            <a:spAutoFit/>
          </a:bodyPr>
          <a:lstStyle/>
          <a:p>
            <a:pPr marL="342900" indent="-342900">
              <a:lnSpc>
                <a:spcPct val="150000"/>
              </a:lnSpc>
              <a:buFont typeface="Arial" pitchFamily="34" charset="0" panose="020B0604020202020204"/>
              <a:buChar char="•"/>
            </a:pPr>
            <a:r>
              <a:rPr lang="en-IN" sz="2200">
                <a:solidFill>
                  <a:schemeClr val="bg1"/>
                </a:solidFill>
                <a:latin typeface="Lucida Calligraphy" pitchFamily="66" charset="0"/>
                <a:ea typeface="Lucida Calligraphy" pitchFamily="66" charset="0"/>
                <a:cs typeface="Lucida Calligraphy" pitchFamily="66" charset="0"/>
              </a:rPr>
              <a:t>The previous figure shows that </a:t>
            </a:r>
            <a:r>
              <a:rPr lang="en-IN" sz="2200" b="1">
                <a:solidFill>
                  <a:schemeClr val="bg1"/>
                </a:solidFill>
                <a:latin typeface="Lucida Calligraphy" pitchFamily="66" charset="0"/>
                <a:ea typeface="Lucida Calligraphy" pitchFamily="66" charset="0"/>
                <a:cs typeface="Lucida Calligraphy" pitchFamily="66" charset="0"/>
              </a:rPr>
              <a:t>Marital Status</a:t>
            </a:r>
            <a:r>
              <a:rPr lang="en-IN" sz="2200">
                <a:solidFill>
                  <a:schemeClr val="bg1"/>
                </a:solidFill>
                <a:latin typeface="Lucida Calligraphy" pitchFamily="66" charset="0"/>
                <a:ea typeface="Lucida Calligraphy" pitchFamily="66" charset="0"/>
                <a:cs typeface="Lucida Calligraphy" pitchFamily="66" charset="0"/>
              </a:rPr>
              <a:t> is the feature of the highest importance followed by </a:t>
            </a:r>
            <a:r>
              <a:rPr lang="en-IN" sz="2200" b="1">
                <a:solidFill>
                  <a:schemeClr val="bg1"/>
                </a:solidFill>
                <a:latin typeface="Lucida Calligraphy" pitchFamily="66" charset="0"/>
                <a:ea typeface="Lucida Calligraphy" pitchFamily="66" charset="0"/>
                <a:cs typeface="Lucida Calligraphy" pitchFamily="66" charset="0"/>
              </a:rPr>
              <a:t>Education Field HR, Job Satisfaction, Years At Company </a:t>
            </a:r>
            <a:r>
              <a:rPr lang="en-IN" sz="2200" b="0">
                <a:solidFill>
                  <a:schemeClr val="bg1"/>
                </a:solidFill>
                <a:latin typeface="Lucida Calligraphy" pitchFamily="66" charset="0"/>
                <a:ea typeface="Lucida Calligraphy" pitchFamily="66" charset="0"/>
                <a:cs typeface="Lucida Calligraphy" pitchFamily="66" charset="0"/>
              </a:rPr>
              <a:t>and so on.</a:t>
            </a:r>
          </a:p>
          <a:p>
            <a:pPr marL="342900" indent="-342900">
              <a:buFont typeface="Arial" pitchFamily="34" charset="0" panose="020B0604020202020204"/>
              <a:buChar char="•"/>
            </a:pPr>
            <a:endParaRPr lang="en-IN" sz="2000" b="0">
              <a:solidFill>
                <a:schemeClr val="bg1"/>
              </a:solidFill>
              <a:latin typeface="Lucida Calligraphy" pitchFamily="66" charset="0"/>
              <a:ea typeface="Lucida Calligraphy" pitchFamily="66" charset="0"/>
              <a:cs typeface="Lucida Calligraphy" pitchFamily="66" charset="0"/>
            </a:endParaRPr>
          </a:p>
          <a:p>
            <a:pPr marL="342900" indent="-342900">
              <a:buFont typeface="Arial" pitchFamily="34" charset="0" panose="020B0604020202020204"/>
              <a:buChar char="•"/>
            </a:pPr>
            <a:endParaRPr lang="en-IN" sz="2000" b="0">
              <a:solidFill>
                <a:schemeClr val="bg1"/>
              </a:solidFill>
              <a:latin typeface="Lucida Calligraphy" pitchFamily="66" charset="0"/>
              <a:ea typeface="Lucida Calligraphy" pitchFamily="66" charset="0"/>
              <a:cs typeface="Lucida Calligraphy"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5" name="object 5"/>
          <p:cNvSpPr>
            <a:spLocks noGrp="1" noEditPoints="1"/>
          </p:cNvSpPr>
          <p:nvPr>
            <p:ph type="title" idx="4294967295"/>
          </p:nvPr>
        </p:nvSpPr>
        <p:spPr>
          <a:xfrm>
            <a:off x="1246428" y="655701"/>
            <a:ext cx="2360295" cy="746997"/>
          </a:xfrm>
          <a:prstGeom prst="rect">
            <a:avLst/>
          </a:prstGeom>
        </p:spPr>
        <p:txBody>
          <a:bodyPr vert="horz" wrap="square" lIns="0" tIns="12700" rIns="0" bIns="0" rtlCol="0">
            <a:spAutoFit/>
          </a:bodyPr>
          <a:lstStyle/>
          <a:p>
            <a:pPr marL="12700">
              <a:lnSpc>
                <a:spcPct val="100000"/>
              </a:lnSpc>
              <a:spcBef>
                <a:spcPts val="100"/>
              </a:spcBef>
            </a:pPr>
            <a:r>
              <a:rPr sz="4800" dirty="0">
                <a:solidFill>
                  <a:schemeClr val="bg1"/>
                </a:solidFill>
              </a:rPr>
              <a:t>Insi</a:t>
            </a:r>
            <a:r>
              <a:rPr sz="4800" spc="-20" dirty="0">
                <a:solidFill>
                  <a:schemeClr val="bg1"/>
                </a:solidFill>
              </a:rPr>
              <a:t>g</a:t>
            </a:r>
            <a:r>
              <a:rPr sz="4800" dirty="0">
                <a:solidFill>
                  <a:schemeClr val="bg1"/>
                </a:solidFill>
              </a:rPr>
              <a:t>hts</a:t>
            </a:r>
            <a:endParaRPr sz="4800">
              <a:solidFill>
                <a:schemeClr val="bg1"/>
              </a:solidFill>
            </a:endParaRPr>
          </a:p>
        </p:txBody>
      </p:sp>
      <p:sp>
        <p:nvSpPr>
          <p:cNvPr id="7" name="object 7"/>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8" name="object 8"/>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24</a:t>
            </a:fld>
            <a:endParaRPr dirty="0"/>
          </a:p>
        </p:txBody>
      </p:sp>
      <p:sp>
        <p:nvSpPr>
          <p:cNvPr id="6" name="object 6"/>
          <p:cNvSpPr>
            <a:spLocks noGrp="1" noEditPoints="1"/>
          </p:cNvSpPr>
          <p:nvPr>
            <p:ph type="body" idx="4294967295"/>
          </p:nvPr>
        </p:nvSpPr>
        <p:spPr>
          <a:xfrm>
            <a:off x="459740" y="1857180"/>
            <a:ext cx="10892845" cy="3798599"/>
          </a:xfrm>
          <a:prstGeom prst="rect">
            <a:avLst/>
          </a:prstGeom>
        </p:spPr>
        <p:txBody>
          <a:bodyPr vert="horz" wrap="square" lIns="0" tIns="13335" rIns="0" bIns="0" rtlCol="0">
            <a:spAutoFit/>
          </a:bodyPr>
          <a:lstStyle/>
          <a:p>
            <a:pPr marL="528320" indent="-342900">
              <a:lnSpc>
                <a:spcPct val="100000"/>
              </a:lnSpc>
              <a:spcBef>
                <a:spcPts val="105"/>
              </a:spcBef>
              <a:buFont typeface="Arial" pitchFamily="34" charset="0" panose="020B0604020202020204"/>
              <a:buChar char="•"/>
              <a:tabLst>
                <a:tab pos="528955" algn="l"/>
                <a:tab pos="529590" algn="l"/>
              </a:tabLst>
            </a:pPr>
            <a:r>
              <a:rPr lang="en-IN" sz="2200" spc="70" dirty="0">
                <a:solidFill>
                  <a:schemeClr val="bg1"/>
                </a:solidFill>
                <a:latin typeface="Lucida Calligraphy" pitchFamily="66" charset="0"/>
                <a:ea typeface="Lucida Calligraphy" pitchFamily="66" charset="0"/>
                <a:cs typeface="Lucida Calligraphy" pitchFamily="66" charset="0"/>
              </a:rPr>
              <a:t>The attrition rate for the company is around 16 percent.</a:t>
            </a:r>
          </a:p>
          <a:p>
            <a:pPr marL="528320" indent="-342900">
              <a:lnSpc>
                <a:spcPct val="100000"/>
              </a:lnSpc>
              <a:spcBef>
                <a:spcPts val="105"/>
              </a:spcBef>
              <a:buFont typeface="Arial" pitchFamily="34" charset="0" panose="020B0604020202020204"/>
              <a:buChar char="•"/>
              <a:tabLst>
                <a:tab pos="528955" algn="l"/>
                <a:tab pos="529590" algn="l"/>
              </a:tabLst>
            </a:pPr>
            <a:endParaRPr lang="en-IN" sz="220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200" spc="70" dirty="0">
                <a:solidFill>
                  <a:schemeClr val="bg1"/>
                </a:solidFill>
                <a:latin typeface="Lucida Calligraphy" pitchFamily="66" charset="0"/>
                <a:ea typeface="Lucida Calligraphy" pitchFamily="66" charset="0"/>
                <a:cs typeface="Lucida Calligraphy" pitchFamily="66" charset="0"/>
              </a:rPr>
              <a:t>Most of the employee attrition is around the age of 25 to 34 years.</a:t>
            </a:r>
          </a:p>
          <a:p>
            <a:pPr marL="528320" indent="-342900">
              <a:lnSpc>
                <a:spcPct val="100000"/>
              </a:lnSpc>
              <a:spcBef>
                <a:spcPts val="105"/>
              </a:spcBef>
              <a:buFont typeface="Arial" pitchFamily="34" charset="0" panose="020B0604020202020204"/>
              <a:buChar char="•"/>
              <a:tabLst>
                <a:tab pos="528955" algn="l"/>
                <a:tab pos="529590" algn="l"/>
              </a:tabLst>
            </a:pPr>
            <a:endParaRPr lang="en-IN" sz="220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200" spc="70" dirty="0">
                <a:solidFill>
                  <a:schemeClr val="bg1"/>
                </a:solidFill>
                <a:latin typeface="Lucida Calligraphy" pitchFamily="66" charset="0"/>
                <a:ea typeface="Lucida Calligraphy" pitchFamily="66" charset="0"/>
                <a:cs typeface="Lucida Calligraphy" pitchFamily="66" charset="0"/>
              </a:rPr>
              <a:t>Number of </a:t>
            </a:r>
            <a:r>
              <a:rPr lang="en-IN" sz="2200" b="1" spc="70" dirty="0">
                <a:solidFill>
                  <a:schemeClr val="bg1"/>
                </a:solidFill>
                <a:latin typeface="Lucida Calligraphy" pitchFamily="66" charset="0"/>
                <a:ea typeface="Lucida Calligraphy" pitchFamily="66" charset="0"/>
                <a:cs typeface="Lucida Calligraphy" pitchFamily="66" charset="0"/>
              </a:rPr>
              <a:t>male</a:t>
            </a:r>
            <a:r>
              <a:rPr lang="en-IN" sz="2200" spc="70" dirty="0">
                <a:solidFill>
                  <a:schemeClr val="bg1"/>
                </a:solidFill>
                <a:latin typeface="Lucida Calligraphy" pitchFamily="66" charset="0"/>
                <a:ea typeface="Lucida Calligraphy" pitchFamily="66" charset="0"/>
                <a:cs typeface="Lucida Calligraphy" pitchFamily="66" charset="0"/>
              </a:rPr>
              <a:t> attrition in the company is double that of the number of </a:t>
            </a:r>
            <a:r>
              <a:rPr lang="en-IN" sz="2200" b="1" spc="70" dirty="0">
                <a:solidFill>
                  <a:schemeClr val="bg1"/>
                </a:solidFill>
                <a:latin typeface="Lucida Calligraphy" pitchFamily="66" charset="0"/>
                <a:ea typeface="Lucida Calligraphy" pitchFamily="66" charset="0"/>
                <a:cs typeface="Lucida Calligraphy" pitchFamily="66" charset="0"/>
              </a:rPr>
              <a:t>female</a:t>
            </a:r>
            <a:r>
              <a:rPr lang="en-IN" sz="2200" spc="70" dirty="0">
                <a:solidFill>
                  <a:schemeClr val="bg1"/>
                </a:solidFill>
                <a:latin typeface="Lucida Calligraphy" pitchFamily="66" charset="0"/>
                <a:ea typeface="Lucida Calligraphy" pitchFamily="66" charset="0"/>
                <a:cs typeface="Lucida Calligraphy" pitchFamily="66" charset="0"/>
              </a:rPr>
              <a:t> attrition in the company.</a:t>
            </a:r>
          </a:p>
          <a:p>
            <a:pPr marL="528320" indent="-342900">
              <a:lnSpc>
                <a:spcPct val="100000"/>
              </a:lnSpc>
              <a:spcBef>
                <a:spcPts val="105"/>
              </a:spcBef>
              <a:buFont typeface="Arial" pitchFamily="34" charset="0" panose="020B0604020202020204"/>
              <a:buChar char="•"/>
              <a:tabLst>
                <a:tab pos="528955" algn="l"/>
                <a:tab pos="529590" algn="l"/>
              </a:tabLst>
            </a:pPr>
            <a:endParaRPr lang="en-IN" sz="220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200" spc="70" dirty="0">
                <a:solidFill>
                  <a:schemeClr val="bg1"/>
                </a:solidFill>
                <a:latin typeface="Lucida Calligraphy" pitchFamily="66" charset="0"/>
                <a:ea typeface="Lucida Calligraphy" pitchFamily="66" charset="0"/>
                <a:cs typeface="Lucida Calligraphy" pitchFamily="66" charset="0"/>
              </a:rPr>
              <a:t>There are around 1700 employees who gave low ratings ( 1 star and 2 star) in </a:t>
            </a:r>
            <a:r>
              <a:rPr lang="en-IN" sz="2200" b="1" spc="70" dirty="0">
                <a:solidFill>
                  <a:schemeClr val="bg1"/>
                </a:solidFill>
                <a:latin typeface="Lucida Calligraphy" pitchFamily="66" charset="0"/>
                <a:ea typeface="Lucida Calligraphy" pitchFamily="66" charset="0"/>
                <a:cs typeface="Lucida Calligraphy" pitchFamily="66" charset="0"/>
              </a:rPr>
              <a:t>Job Satisfaction</a:t>
            </a:r>
            <a:r>
              <a:rPr lang="en-IN" sz="2200" spc="70" dirty="0">
                <a:solidFill>
                  <a:schemeClr val="bg1"/>
                </a:solidFill>
                <a:latin typeface="Lucida Calligraphy" pitchFamily="66" charset="0"/>
                <a:ea typeface="Lucida Calligraphy" pitchFamily="66" charset="0"/>
                <a:cs typeface="Lucida Calligraphy" pitchFamily="66" charset="0"/>
              </a:rPr>
              <a:t> Form. This shows that they were unsatisfied with their respective jobs.</a:t>
            </a:r>
          </a:p>
          <a:p>
            <a:pPr marL="185420" indent="0">
              <a:lnSpc>
                <a:spcPct val="100000"/>
              </a:lnSpc>
              <a:spcBef>
                <a:spcPts val="105"/>
              </a:spcBef>
              <a:buFont typeface="Arial" pitchFamily="34" charset="0" panose="020B0604020202020204"/>
              <a:buNone/>
              <a:tabLst>
                <a:tab pos="528955" algn="l"/>
                <a:tab pos="529590" algn="l"/>
              </a:tabLst>
            </a:pPr>
            <a:endParaRPr lang="en-IN" sz="2200" spc="70" dirty="0">
              <a:solidFill>
                <a:schemeClr val="bg1"/>
              </a:solidFill>
              <a:latin typeface="Lucida Calligraphy" pitchFamily="66" charset="0"/>
              <a:ea typeface="Lucida Calligraphy" pitchFamily="66" charset="0"/>
              <a:cs typeface="Lucida Calligraphy" pitchFamily="66"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5" name="object 5"/>
          <p:cNvSpPr>
            <a:spLocks noGrp="1" noEditPoints="1"/>
          </p:cNvSpPr>
          <p:nvPr>
            <p:ph type="title" idx="4294967295"/>
          </p:nvPr>
        </p:nvSpPr>
        <p:spPr>
          <a:xfrm>
            <a:off x="1246428" y="655701"/>
            <a:ext cx="2360295" cy="746997"/>
          </a:xfrm>
          <a:prstGeom prst="rect">
            <a:avLst/>
          </a:prstGeom>
        </p:spPr>
        <p:txBody>
          <a:bodyPr vert="horz" wrap="square" lIns="0" tIns="12700" rIns="0" bIns="0" rtlCol="0">
            <a:spAutoFit/>
          </a:bodyPr>
          <a:lstStyle/>
          <a:p>
            <a:pPr marL="12700">
              <a:lnSpc>
                <a:spcPct val="100000"/>
              </a:lnSpc>
              <a:spcBef>
                <a:spcPts val="100"/>
              </a:spcBef>
            </a:pPr>
            <a:r>
              <a:rPr sz="4800" dirty="0">
                <a:solidFill>
                  <a:schemeClr val="bg1"/>
                </a:solidFill>
              </a:rPr>
              <a:t>Insi</a:t>
            </a:r>
            <a:r>
              <a:rPr sz="4800" spc="-20" dirty="0">
                <a:solidFill>
                  <a:schemeClr val="bg1"/>
                </a:solidFill>
              </a:rPr>
              <a:t>g</a:t>
            </a:r>
            <a:r>
              <a:rPr sz="4800" dirty="0">
                <a:solidFill>
                  <a:schemeClr val="bg1"/>
                </a:solidFill>
              </a:rPr>
              <a:t>hts</a:t>
            </a:r>
            <a:endParaRPr sz="4800">
              <a:solidFill>
                <a:schemeClr val="bg1"/>
              </a:solidFill>
            </a:endParaRPr>
          </a:p>
        </p:txBody>
      </p:sp>
      <p:sp>
        <p:nvSpPr>
          <p:cNvPr id="7" name="object 7"/>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8" name="object 8"/>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25</a:t>
            </a:fld>
            <a:endParaRPr dirty="0"/>
          </a:p>
        </p:txBody>
      </p:sp>
      <p:sp>
        <p:nvSpPr>
          <p:cNvPr id="6" name="object 6"/>
          <p:cNvSpPr>
            <a:spLocks noGrp="1" noEditPoints="1"/>
          </p:cNvSpPr>
          <p:nvPr>
            <p:ph type="body" idx="4294967295"/>
          </p:nvPr>
        </p:nvSpPr>
        <p:spPr>
          <a:xfrm>
            <a:off x="459740" y="1857180"/>
            <a:ext cx="10892845" cy="3436649"/>
          </a:xfrm>
          <a:prstGeom prst="rect">
            <a:avLst/>
          </a:prstGeom>
        </p:spPr>
        <p:txBody>
          <a:bodyPr vert="horz" wrap="square" lIns="0" tIns="13335" rIns="0" bIns="0" rtlCol="0">
            <a:spAutoFit/>
          </a:bodyPr>
          <a:lstStyle/>
          <a:p>
            <a:pPr marL="528320" indent="-342900">
              <a:lnSpc>
                <a:spcPct val="100000"/>
              </a:lnSpc>
              <a:spcBef>
                <a:spcPts val="105"/>
              </a:spcBef>
              <a:buFont typeface="Arial" pitchFamily="34" charset="0" panose="020B0604020202020204"/>
              <a:buChar char="•"/>
              <a:tabLst>
                <a:tab pos="528955" algn="l"/>
                <a:tab pos="529590" algn="l"/>
              </a:tabLst>
            </a:pPr>
            <a:r>
              <a:rPr lang="en-IN" sz="2200" spc="70" dirty="0">
                <a:solidFill>
                  <a:schemeClr val="bg1"/>
                </a:solidFill>
                <a:latin typeface="Lucida Calligraphy" pitchFamily="66" charset="0"/>
                <a:ea typeface="Lucida Calligraphy" pitchFamily="66" charset="0"/>
                <a:cs typeface="Lucida Calligraphy" pitchFamily="66" charset="0"/>
              </a:rPr>
              <a:t>Most of the employee attrition were from the </a:t>
            </a:r>
            <a:r>
              <a:rPr lang="en-IN" sz="2200" b="1" spc="70" dirty="0">
                <a:solidFill>
                  <a:schemeClr val="bg1"/>
                </a:solidFill>
                <a:latin typeface="Lucida Calligraphy" pitchFamily="66" charset="0"/>
                <a:ea typeface="Lucida Calligraphy" pitchFamily="66" charset="0"/>
                <a:cs typeface="Lucida Calligraphy" pitchFamily="66" charset="0"/>
              </a:rPr>
              <a:t>Research and Development</a:t>
            </a:r>
            <a:r>
              <a:rPr lang="en-IN" sz="2200" spc="70" dirty="0">
                <a:solidFill>
                  <a:schemeClr val="bg1"/>
                </a:solidFill>
                <a:latin typeface="Lucida Calligraphy" pitchFamily="66" charset="0"/>
                <a:ea typeface="Lucida Calligraphy" pitchFamily="66" charset="0"/>
                <a:cs typeface="Lucida Calligraphy" pitchFamily="66" charset="0"/>
              </a:rPr>
              <a:t> department followed by </a:t>
            </a:r>
            <a:r>
              <a:rPr lang="en-IN" sz="2200" b="1" spc="70" dirty="0">
                <a:solidFill>
                  <a:schemeClr val="bg1"/>
                </a:solidFill>
                <a:latin typeface="Lucida Calligraphy" pitchFamily="66" charset="0"/>
                <a:ea typeface="Lucida Calligraphy" pitchFamily="66" charset="0"/>
                <a:cs typeface="Lucida Calligraphy" pitchFamily="66" charset="0"/>
              </a:rPr>
              <a:t>Sales </a:t>
            </a:r>
            <a:r>
              <a:rPr lang="en-IN" sz="2200" b="0" spc="70" dirty="0">
                <a:solidFill>
                  <a:schemeClr val="bg1"/>
                </a:solidFill>
                <a:latin typeface="Lucida Calligraphy" pitchFamily="66" charset="0"/>
                <a:ea typeface="Lucida Calligraphy" pitchFamily="66" charset="0"/>
                <a:cs typeface="Lucida Calligraphy" pitchFamily="66" charset="0"/>
              </a:rPr>
              <a:t>and </a:t>
            </a:r>
            <a:r>
              <a:rPr lang="en-IN" sz="2200" b="1" spc="70" dirty="0">
                <a:solidFill>
                  <a:schemeClr val="bg1"/>
                </a:solidFill>
                <a:latin typeface="Lucida Calligraphy" pitchFamily="66" charset="0"/>
                <a:ea typeface="Lucida Calligraphy" pitchFamily="66" charset="0"/>
                <a:cs typeface="Lucida Calligraphy" pitchFamily="66" charset="0"/>
              </a:rPr>
              <a:t>Human Resources </a:t>
            </a:r>
            <a:r>
              <a:rPr lang="en-IN" sz="2200" b="0" spc="70" dirty="0">
                <a:solidFill>
                  <a:schemeClr val="bg1"/>
                </a:solidFill>
                <a:latin typeface="Lucida Calligraphy" pitchFamily="66" charset="0"/>
                <a:ea typeface="Lucida Calligraphy" pitchFamily="66" charset="0"/>
                <a:cs typeface="Lucida Calligraphy" pitchFamily="66" charset="0"/>
              </a:rPr>
              <a:t>department.</a:t>
            </a:r>
          </a:p>
          <a:p>
            <a:pPr marL="528320" indent="-342900">
              <a:lnSpc>
                <a:spcPct val="100000"/>
              </a:lnSpc>
              <a:spcBef>
                <a:spcPts val="105"/>
              </a:spcBef>
              <a:buFont typeface="Arial" pitchFamily="34" charset="0" panose="020B0604020202020204"/>
              <a:buChar char="•"/>
              <a:tabLst>
                <a:tab pos="528955" algn="l"/>
                <a:tab pos="529590" algn="l"/>
              </a:tabLst>
            </a:pPr>
            <a:endParaRPr lang="en-IN" sz="22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200" b="0" spc="70" dirty="0">
                <a:solidFill>
                  <a:schemeClr val="bg1"/>
                </a:solidFill>
                <a:latin typeface="Lucida Calligraphy" pitchFamily="66" charset="0"/>
                <a:ea typeface="Lucida Calligraphy" pitchFamily="66" charset="0"/>
                <a:cs typeface="Lucida Calligraphy" pitchFamily="66" charset="0"/>
              </a:rPr>
              <a:t>Around 3200 of the employee attrition are from </a:t>
            </a:r>
            <a:r>
              <a:rPr lang="en-IN" sz="2200" b="1" spc="70" dirty="0">
                <a:solidFill>
                  <a:schemeClr val="bg1"/>
                </a:solidFill>
                <a:latin typeface="Lucida Calligraphy" pitchFamily="66" charset="0"/>
                <a:ea typeface="Lucida Calligraphy" pitchFamily="66" charset="0"/>
                <a:cs typeface="Lucida Calligraphy" pitchFamily="66" charset="0"/>
              </a:rPr>
              <a:t>Life Sciences </a:t>
            </a:r>
            <a:r>
              <a:rPr lang="en-IN" sz="2200" b="0" spc="70" dirty="0">
                <a:solidFill>
                  <a:schemeClr val="bg1"/>
                </a:solidFill>
                <a:latin typeface="Lucida Calligraphy" pitchFamily="66" charset="0"/>
                <a:ea typeface="Lucida Calligraphy" pitchFamily="66" charset="0"/>
                <a:cs typeface="Lucida Calligraphy" pitchFamily="66" charset="0"/>
              </a:rPr>
              <a:t>and </a:t>
            </a:r>
            <a:r>
              <a:rPr lang="en-IN" sz="2200" b="1" spc="70" dirty="0">
                <a:solidFill>
                  <a:schemeClr val="bg1"/>
                </a:solidFill>
                <a:latin typeface="Lucida Calligraphy" pitchFamily="66" charset="0"/>
                <a:ea typeface="Lucida Calligraphy" pitchFamily="66" charset="0"/>
                <a:cs typeface="Lucida Calligraphy" pitchFamily="66" charset="0"/>
              </a:rPr>
              <a:t>Medical</a:t>
            </a:r>
            <a:r>
              <a:rPr lang="en-IN" sz="2200" b="0" spc="70" dirty="0">
                <a:solidFill>
                  <a:schemeClr val="bg1"/>
                </a:solidFill>
                <a:latin typeface="Lucida Calligraphy" pitchFamily="66" charset="0"/>
                <a:ea typeface="Lucida Calligraphy" pitchFamily="66" charset="0"/>
                <a:cs typeface="Lucida Calligraphy" pitchFamily="66" charset="0"/>
              </a:rPr>
              <a:t> field.</a:t>
            </a:r>
          </a:p>
          <a:p>
            <a:pPr marL="528320" indent="-342900">
              <a:lnSpc>
                <a:spcPct val="100000"/>
              </a:lnSpc>
              <a:spcBef>
                <a:spcPts val="105"/>
              </a:spcBef>
              <a:buFont typeface="Arial" pitchFamily="34" charset="0" panose="020B0604020202020204"/>
              <a:buChar char="•"/>
              <a:tabLst>
                <a:tab pos="528955" algn="l"/>
                <a:tab pos="529590" algn="l"/>
              </a:tabLst>
            </a:pPr>
            <a:endParaRPr lang="en-IN" sz="22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200" b="0" spc="70" dirty="0">
                <a:solidFill>
                  <a:schemeClr val="bg1"/>
                </a:solidFill>
                <a:latin typeface="Lucida Calligraphy" pitchFamily="66" charset="0"/>
                <a:ea typeface="Lucida Calligraphy" pitchFamily="66" charset="0"/>
                <a:cs typeface="Lucida Calligraphy" pitchFamily="66" charset="0"/>
              </a:rPr>
              <a:t>The number of employee attrition between the ages 24-35 is 396 out of which 201 are </a:t>
            </a:r>
            <a:r>
              <a:rPr lang="en-IN" sz="2200" b="1" spc="70" dirty="0">
                <a:solidFill>
                  <a:schemeClr val="bg1"/>
                </a:solidFill>
                <a:latin typeface="Lucida Calligraphy" pitchFamily="66" charset="0"/>
                <a:ea typeface="Lucida Calligraphy" pitchFamily="66" charset="0"/>
                <a:cs typeface="Lucida Calligraphy" pitchFamily="66" charset="0"/>
              </a:rPr>
              <a:t>males</a:t>
            </a:r>
            <a:r>
              <a:rPr lang="en-IN" sz="2200" b="0" spc="70" dirty="0">
                <a:solidFill>
                  <a:schemeClr val="bg1"/>
                </a:solidFill>
                <a:latin typeface="Lucida Calligraphy" pitchFamily="66" charset="0"/>
                <a:ea typeface="Lucida Calligraphy" pitchFamily="66" charset="0"/>
                <a:cs typeface="Lucida Calligraphy" pitchFamily="66" charset="0"/>
              </a:rPr>
              <a:t> and 135 are </a:t>
            </a:r>
            <a:r>
              <a:rPr lang="en-IN" sz="2200" b="1" spc="70" dirty="0">
                <a:solidFill>
                  <a:schemeClr val="bg1"/>
                </a:solidFill>
                <a:latin typeface="Lucida Calligraphy" pitchFamily="66" charset="0"/>
                <a:ea typeface="Lucida Calligraphy" pitchFamily="66" charset="0"/>
                <a:cs typeface="Lucida Calligraphy" pitchFamily="66" charset="0"/>
              </a:rPr>
              <a:t>females</a:t>
            </a:r>
            <a:r>
              <a:rPr lang="en-IN" sz="2200" b="0" spc="70" dirty="0">
                <a:solidFill>
                  <a:schemeClr val="bg1"/>
                </a:solidFill>
                <a:latin typeface="Lucida Calligraphy" pitchFamily="66" charset="0"/>
                <a:ea typeface="Lucida Calligraphy" pitchFamily="66" charset="0"/>
                <a:cs typeface="Lucida Calligraphy" pitchFamily="66" charset="0"/>
              </a:rPr>
              <a:t>.</a:t>
            </a:r>
          </a:p>
          <a:p>
            <a:pPr marL="185420" indent="0">
              <a:lnSpc>
                <a:spcPct val="100000"/>
              </a:lnSpc>
              <a:spcBef>
                <a:spcPts val="105"/>
              </a:spcBef>
              <a:buFont typeface="Arial" pitchFamily="34" charset="0" panose="020B0604020202020204"/>
              <a:buNone/>
              <a:tabLst>
                <a:tab pos="528955" algn="l"/>
                <a:tab pos="529590" algn="l"/>
              </a:tabLst>
            </a:pPr>
            <a:endParaRPr lang="en-IN" sz="2200" spc="70" dirty="0">
              <a:solidFill>
                <a:schemeClr val="bg1"/>
              </a:solidFill>
              <a:latin typeface="Lucida Calligraphy" pitchFamily="66" charset="0"/>
              <a:ea typeface="Lucida Calligraphy" pitchFamily="66" charset="0"/>
              <a:cs typeface="Lucida Calligraphy" pitchFamily="66"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5" name="object 5"/>
          <p:cNvSpPr>
            <a:spLocks noGrp="1" noEditPoints="1"/>
          </p:cNvSpPr>
          <p:nvPr>
            <p:ph type="title"/>
          </p:nvPr>
        </p:nvSpPr>
        <p:spPr>
          <a:xfrm>
            <a:off x="1246428" y="655701"/>
            <a:ext cx="2905356" cy="734644"/>
          </a:xfrm>
          <a:prstGeom prst="rect">
            <a:avLst/>
          </a:prstGeom>
        </p:spPr>
        <p:txBody>
          <a:bodyPr vert="horz" wrap="square" lIns="0" tIns="12700" rIns="0" bIns="0" rtlCol="0">
            <a:spAutoFit/>
          </a:bodyPr>
          <a:lstStyle/>
          <a:p>
            <a:pPr marL="12700">
              <a:lnSpc>
                <a:spcPct val="100000"/>
              </a:lnSpc>
              <a:spcBef>
                <a:spcPts val="100"/>
              </a:spcBef>
            </a:pPr>
            <a:r>
              <a:rPr lang="en-IN" sz="4800" b="1">
                <a:solidFill>
                  <a:schemeClr val="bg1"/>
                </a:solidFill>
                <a:latin typeface="Arial" pitchFamily="34" charset="0" panose="020B0604020202020204"/>
                <a:ea typeface="Arial" pitchFamily="34" charset="0" panose="020B0604020202020204"/>
                <a:cs typeface="Arial" pitchFamily="34" charset="0" panose="020B0604020202020204"/>
              </a:rPr>
              <a:t>Summary</a:t>
            </a:r>
            <a:endParaRPr sz="4800" b="1">
              <a:solidFill>
                <a:schemeClr val="bg1"/>
              </a:solidFill>
              <a:latin typeface="Arial" pitchFamily="34" charset="0" panose="020B0604020202020204"/>
              <a:ea typeface="Arial" pitchFamily="34" charset="0" panose="020B0604020202020204"/>
              <a:cs typeface="Arial" pitchFamily="34" charset="0" panose="020B0604020202020204"/>
            </a:endParaRPr>
          </a:p>
        </p:txBody>
      </p:sp>
      <p:sp>
        <p:nvSpPr>
          <p:cNvPr id="7" name="object 7"/>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8" name="object 8"/>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26</a:t>
            </a:fld>
            <a:endParaRPr dirty="0"/>
          </a:p>
        </p:txBody>
      </p:sp>
      <p:sp>
        <p:nvSpPr>
          <p:cNvPr id="6" name="object 6"/>
          <p:cNvSpPr>
            <a:spLocks noGrp="1" noEditPoints="1"/>
          </p:cNvSpPr>
          <p:nvPr>
            <p:ph type="body"/>
          </p:nvPr>
        </p:nvSpPr>
        <p:spPr>
          <a:xfrm>
            <a:off x="407368" y="1772816"/>
            <a:ext cx="10225136" cy="4103398"/>
          </a:xfrm>
          <a:prstGeom prst="rect">
            <a:avLst/>
          </a:prstGeom>
        </p:spPr>
        <p:txBody>
          <a:bodyPr vert="horz" wrap="square" lIns="0" tIns="13335" rIns="0" bIns="0" rtlCol="0">
            <a:spAutoFit/>
          </a:bodyPr>
          <a:lstStyle/>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Understanding the causes of attrition is the most important; Conduct exit interviews to gather information on why the employees are leaving.</a:t>
            </a:r>
          </a:p>
          <a:p>
            <a:pPr marL="528320" indent="-342900">
              <a:lnSpc>
                <a:spcPct val="100000"/>
              </a:lnSpc>
              <a:spcBef>
                <a:spcPts val="105"/>
              </a:spcBef>
              <a:buFont typeface="Arial" pitchFamily="34" charset="0" panose="020B0604020202020204"/>
              <a:buChar char="•"/>
              <a:tabLst>
                <a:tab pos="528955" algn="l"/>
                <a:tab pos="529590" algn="l"/>
              </a:tabLst>
            </a:pPr>
            <a:endParaRPr lang="en-IN" sz="20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Providing additional perks to the employees such as health and wellness, retirement plans, performance bonus and benefits.</a:t>
            </a:r>
          </a:p>
          <a:p>
            <a:pPr marL="528320" indent="-342900">
              <a:lnSpc>
                <a:spcPct val="100000"/>
              </a:lnSpc>
              <a:spcBef>
                <a:spcPts val="105"/>
              </a:spcBef>
              <a:buFont typeface="Arial" pitchFamily="34" charset="0" panose="020B0604020202020204"/>
              <a:buChar char="•"/>
              <a:tabLst>
                <a:tab pos="528955" algn="l"/>
                <a:tab pos="529590" algn="l"/>
              </a:tabLst>
            </a:pPr>
            <a:endParaRPr lang="en-IN" sz="20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Foster a positive, supportive and healthy work culture within the company.</a:t>
            </a:r>
          </a:p>
          <a:p>
            <a:pPr marL="528320" indent="-342900">
              <a:lnSpc>
                <a:spcPct val="100000"/>
              </a:lnSpc>
              <a:spcBef>
                <a:spcPts val="105"/>
              </a:spcBef>
              <a:buFont typeface="Arial" pitchFamily="34" charset="0" panose="020B0604020202020204"/>
              <a:buChar char="•"/>
              <a:tabLst>
                <a:tab pos="528955" algn="l"/>
                <a:tab pos="529590" algn="l"/>
              </a:tabLst>
            </a:pPr>
            <a:endParaRPr lang="en-IN" sz="20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Ensure that management practises are fair and managers are trained in effective leadership.</a:t>
            </a:r>
          </a:p>
          <a:p>
            <a:pPr marL="185420" indent="0">
              <a:lnSpc>
                <a:spcPct val="100000"/>
              </a:lnSpc>
              <a:spcBef>
                <a:spcPts val="105"/>
              </a:spcBef>
              <a:buFont typeface="Arial" pitchFamily="34" charset="0" panose="020B0604020202020204"/>
              <a:buNone/>
              <a:tabLst>
                <a:tab pos="528955" algn="l"/>
                <a:tab pos="529590" algn="l"/>
              </a:tabLst>
            </a:pPr>
            <a:endParaRPr lang="en-IN" sz="2200" spc="70" dirty="0">
              <a:solidFill>
                <a:schemeClr val="bg1"/>
              </a:solidFill>
              <a:latin typeface="Lucida Calligraphy" pitchFamily="66" charset="0"/>
              <a:ea typeface="Lucida Calligraphy" pitchFamily="66" charset="0"/>
              <a:cs typeface="Lucida Calligraphy" pitchFamily="66"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tx1"/>
            </a:gs>
            <a:gs pos="34000">
              <a:schemeClr val="tx1"/>
            </a:gs>
            <a:gs pos="62000">
              <a:schemeClr val="accent1">
                <a:lumMod val="73000"/>
                <a:lumOff val="27000"/>
              </a:schemeClr>
            </a:gs>
            <a:gs pos="100000">
              <a:schemeClr val="accent1"/>
            </a:gs>
          </a:gsLst>
          <a:lin ang="5400000" scaled="0"/>
        </a:gradFill>
      </p:bgPr>
    </p:bg>
    <p:spTree>
      <p:nvGrpSpPr>
        <p:cNvPr id="1" name=""/>
        <p:cNvGrpSpPr/>
        <p:nvPr/>
      </p:nvGrpSpPr>
      <p:grpSpPr>
        <a:xfrm>
          <a:off x="0" y="0"/>
          <a:ext cx="0" cy="0"/>
          <a:chOff x="0" y="0"/>
          <a:chExt cx="0" cy="0"/>
        </a:xfrm>
      </p:grpSpPr>
      <p:sp>
        <p:nvSpPr>
          <p:cNvPr id="5" name="object 5"/>
          <p:cNvSpPr>
            <a:spLocks noGrp="1" noEditPoints="1"/>
          </p:cNvSpPr>
          <p:nvPr>
            <p:ph type="title" idx="4294967295"/>
          </p:nvPr>
        </p:nvSpPr>
        <p:spPr>
          <a:xfrm>
            <a:off x="1246428" y="655701"/>
            <a:ext cx="3121380" cy="734644"/>
          </a:xfrm>
          <a:prstGeom prst="rect">
            <a:avLst/>
          </a:prstGeom>
        </p:spPr>
        <p:txBody>
          <a:bodyPr vert="horz" wrap="square" lIns="0" tIns="12700" rIns="0" bIns="0" rtlCol="0">
            <a:spAutoFit/>
          </a:bodyPr>
          <a:lstStyle/>
          <a:p>
            <a:pPr marL="12700">
              <a:lnSpc>
                <a:spcPct val="100000"/>
              </a:lnSpc>
              <a:spcBef>
                <a:spcPts val="100"/>
              </a:spcBef>
            </a:pPr>
            <a:r>
              <a:rPr lang="en-IN" sz="4800">
                <a:solidFill>
                  <a:schemeClr val="bg1"/>
                </a:solidFill>
              </a:rPr>
              <a:t>Summary</a:t>
            </a:r>
            <a:endParaRPr sz="4800">
              <a:solidFill>
                <a:schemeClr val="bg1"/>
              </a:solidFill>
            </a:endParaRPr>
          </a:p>
        </p:txBody>
      </p:sp>
      <p:sp>
        <p:nvSpPr>
          <p:cNvPr id="7" name="object 7"/>
          <p:cNvSpPr>
            <a:spLocks noGrp="1" noEditPoints="1"/>
          </p:cNvSpPr>
          <p:nvPr>
            <p:ph type="dt" sz="half" idx="6"/>
          </p:nvPr>
        </p:nvSpPr>
        <p:spPr>
          <a:xfrm>
            <a:off x="459740" y="6445541"/>
            <a:ext cx="789305" cy="185590"/>
          </a:xfrm>
          <a:prstGeom prst="rect">
            <a:avLst/>
          </a:prstGeom>
        </p:spPr>
        <p:txBody>
          <a:bodyPr vert="horz" wrap="square" lIns="0" tIns="0" rIns="0" bIns="0" rtlCol="0">
            <a:spAutoFit/>
          </a:bodyPr>
          <a:lstStyle/>
          <a:p>
            <a:pPr marL="12700">
              <a:lnSpc>
                <a:spcPts val="1430"/>
              </a:lnSpc>
            </a:pPr>
            <a:r>
              <a:rPr lang="en-IN" spc="-5" dirty="0">
                <a:solidFill>
                  <a:schemeClr val="tx1"/>
                </a:solidFill>
              </a:rPr>
              <a:t>26/06/2024</a:t>
            </a:r>
            <a:endParaRPr spc="-5" dirty="0">
              <a:solidFill>
                <a:schemeClr val="tx1"/>
              </a:solidFill>
            </a:endParaRPr>
          </a:p>
        </p:txBody>
      </p:sp>
      <p:sp>
        <p:nvSpPr>
          <p:cNvPr id="8" name="object 8"/>
          <p:cNvSpPr>
            <a:spLocks noGrp="1" noEditPoints="1"/>
          </p:cNvSpPr>
          <p:nvPr>
            <p:ph type="sldNum" sz="quarter" idx="7"/>
          </p:nvPr>
        </p:nvSpPr>
        <p:spPr>
          <a:prstGeom prst="rect">
            <a:avLst/>
          </a:prstGeom>
        </p:spPr>
        <p:txBody>
          <a:bodyPr vert="horz" wrap="square" lIns="0" tIns="0" rIns="0" bIns="0" rtlCol="0">
            <a:spAutoFit/>
          </a:bodyPr>
          <a:lstStyle/>
          <a:p>
            <a:pPr marL="38100">
              <a:lnSpc>
                <a:spcPts val="1430"/>
              </a:lnSpc>
            </a:pPr>
            <a:fld id="{81D60167-4931-47E6-BA6A-407CBD079E47}" type="slidenum">
              <a:rPr dirty="0"/>
              <a:t>27</a:t>
            </a:fld>
            <a:endParaRPr dirty="0"/>
          </a:p>
        </p:txBody>
      </p:sp>
      <p:sp>
        <p:nvSpPr>
          <p:cNvPr id="6" name="object 6"/>
          <p:cNvSpPr>
            <a:spLocks noGrp="1" noEditPoints="1"/>
          </p:cNvSpPr>
          <p:nvPr>
            <p:ph type="body" idx="4294967295"/>
          </p:nvPr>
        </p:nvSpPr>
        <p:spPr>
          <a:xfrm>
            <a:off x="479376" y="2060848"/>
            <a:ext cx="10892845" cy="3493799"/>
          </a:xfrm>
          <a:prstGeom prst="rect">
            <a:avLst/>
          </a:prstGeom>
        </p:spPr>
        <p:txBody>
          <a:bodyPr vert="horz" wrap="square" lIns="0" tIns="13335" rIns="0" bIns="0" rtlCol="0">
            <a:spAutoFit/>
          </a:bodyPr>
          <a:lstStyle/>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Promote good work life balance through flexible work schedules and remote work options.</a:t>
            </a:r>
          </a:p>
          <a:p>
            <a:pPr marL="528320" indent="-342900">
              <a:lnSpc>
                <a:spcPct val="100000"/>
              </a:lnSpc>
              <a:spcBef>
                <a:spcPts val="105"/>
              </a:spcBef>
              <a:buFont typeface="Arial" pitchFamily="34" charset="0" panose="020B0604020202020204"/>
              <a:buChar char="•"/>
              <a:tabLst>
                <a:tab pos="528955" algn="l"/>
                <a:tab pos="529590" algn="l"/>
              </a:tabLst>
            </a:pPr>
            <a:endParaRPr lang="en-IN" sz="20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Establish programs to recognize and reward employees for their contributions and achievements.</a:t>
            </a:r>
          </a:p>
          <a:p>
            <a:pPr marL="528320" indent="-342900">
              <a:lnSpc>
                <a:spcPct val="100000"/>
              </a:lnSpc>
              <a:spcBef>
                <a:spcPts val="105"/>
              </a:spcBef>
              <a:buFont typeface="Arial" pitchFamily="34" charset="0" panose="020B0604020202020204"/>
              <a:buChar char="•"/>
              <a:tabLst>
                <a:tab pos="528955" algn="l"/>
                <a:tab pos="529590" algn="l"/>
              </a:tabLst>
            </a:pPr>
            <a:endParaRPr lang="en-IN" sz="20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Conduct regular job satisfaction surveys to identify areas of improvement and act on the feedback accordingly.</a:t>
            </a:r>
          </a:p>
          <a:p>
            <a:pPr marL="528320" indent="-342900">
              <a:lnSpc>
                <a:spcPct val="100000"/>
              </a:lnSpc>
              <a:spcBef>
                <a:spcPts val="105"/>
              </a:spcBef>
              <a:buFont typeface="Arial" pitchFamily="34" charset="0" panose="020B0604020202020204"/>
              <a:buChar char="•"/>
              <a:tabLst>
                <a:tab pos="528955" algn="l"/>
                <a:tab pos="529590" algn="l"/>
              </a:tabLst>
            </a:pPr>
            <a:endParaRPr lang="en-IN" sz="2000" b="0" spc="70" dirty="0">
              <a:solidFill>
                <a:schemeClr val="bg1"/>
              </a:solidFill>
              <a:latin typeface="Lucida Calligraphy" pitchFamily="66" charset="0"/>
              <a:ea typeface="Lucida Calligraphy" pitchFamily="66" charset="0"/>
              <a:cs typeface="Lucida Calligraphy" pitchFamily="66" charset="0"/>
            </a:endParaRPr>
          </a:p>
          <a:p>
            <a:pPr marL="528320" indent="-342900">
              <a:lnSpc>
                <a:spcPct val="100000"/>
              </a:lnSpc>
              <a:spcBef>
                <a:spcPts val="105"/>
              </a:spcBef>
              <a:buFont typeface="Arial" pitchFamily="34" charset="0" panose="020B0604020202020204"/>
              <a:buChar char="•"/>
              <a:tabLst>
                <a:tab pos="528955" algn="l"/>
                <a:tab pos="529590" algn="l"/>
              </a:tabLst>
            </a:pPr>
            <a:r>
              <a:rPr lang="en-IN" sz="2000" b="0" spc="70" dirty="0">
                <a:solidFill>
                  <a:schemeClr val="bg1"/>
                </a:solidFill>
                <a:latin typeface="Lucida Calligraphy" pitchFamily="66" charset="0"/>
                <a:ea typeface="Lucida Calligraphy" pitchFamily="66" charset="0"/>
                <a:cs typeface="Lucida Calligraphy" pitchFamily="66" charset="0"/>
              </a:rPr>
              <a:t>Provide resources for mental health and stress management.</a:t>
            </a:r>
          </a:p>
          <a:p>
            <a:pPr marL="185420" indent="0">
              <a:lnSpc>
                <a:spcPct val="100000"/>
              </a:lnSpc>
              <a:spcBef>
                <a:spcPts val="105"/>
              </a:spcBef>
              <a:buFont typeface="Arial" pitchFamily="34" charset="0" panose="020B0604020202020204"/>
              <a:buNone/>
              <a:tabLst>
                <a:tab pos="528955" algn="l"/>
                <a:tab pos="529590" algn="l"/>
              </a:tabLst>
            </a:pPr>
            <a:endParaRPr lang="en-IN" sz="2200" spc="70" dirty="0">
              <a:solidFill>
                <a:schemeClr val="bg1"/>
              </a:solidFill>
              <a:latin typeface="Lucida Calligraphy" pitchFamily="66" charset="0"/>
              <a:ea typeface="Lucida Calligraphy" pitchFamily="66" charset="0"/>
              <a:cs typeface="Lucida Calligraphy" pitchFamily="66"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264652" y="0"/>
            <a:ext cx="3927475" cy="6858000"/>
            <a:chOff x="8264652" y="0"/>
            <a:chExt cx="3927475" cy="6858000"/>
          </a:xfrm>
        </p:grpSpPr>
        <p:sp>
          <p:nvSpPr>
            <p:cNvPr id="3" name="object 3"/>
            <p:cNvSpPr/>
            <p:nvPr/>
          </p:nvSpPr>
          <p:spPr>
            <a:xfrm>
              <a:off x="8264652" y="0"/>
              <a:ext cx="3927475" cy="6858000"/>
            </a:xfrm>
            <a:custGeom>
              <a:avLst/>
              <a:rect l="l" t="t" r="r" b="b"/>
              <a:pathLst>
                <a:path w="3927475" h="6858000">
                  <a:moveTo>
                    <a:pt x="3927348" y="0"/>
                  </a:moveTo>
                  <a:lnTo>
                    <a:pt x="0" y="0"/>
                  </a:lnTo>
                  <a:lnTo>
                    <a:pt x="0" y="6858000"/>
                  </a:lnTo>
                  <a:lnTo>
                    <a:pt x="3927348" y="6858000"/>
                  </a:lnTo>
                  <a:lnTo>
                    <a:pt x="3927348" y="0"/>
                  </a:lnTo>
                  <a:close/>
                </a:path>
              </a:pathLst>
            </a:custGeom>
            <a:solidFill>
              <a:srgbClr val="DAE4EE"/>
            </a:solidFill>
          </p:spPr>
          <p:txBody>
            <a:bodyPr wrap="square" lIns="0" tIns="0" rIns="0" bIns="0" rtlCol="0"/>
            <a:lstStyle/>
            <a:p/>
          </p:txBody>
        </p:sp>
        <p:sp>
          <p:nvSpPr>
            <p:cNvPr id="4" name="object 4"/>
            <p:cNvSpPr/>
            <p:nvPr/>
          </p:nvSpPr>
          <p:spPr>
            <a:xfrm>
              <a:off x="10227564" y="3686555"/>
              <a:ext cx="1964689" cy="3171825"/>
            </a:xfrm>
            <a:custGeom>
              <a:avLst/>
              <a:rect l="l" t="t" r="r" b="b"/>
              <a:pathLst>
                <a:path w="1964690" h="3171825">
                  <a:moveTo>
                    <a:pt x="1964435" y="0"/>
                  </a:moveTo>
                  <a:lnTo>
                    <a:pt x="1763521" y="10160"/>
                  </a:lnTo>
                  <a:lnTo>
                    <a:pt x="1715767" y="15619"/>
                  </a:lnTo>
                  <a:lnTo>
                    <a:pt x="1668367" y="22217"/>
                  </a:lnTo>
                  <a:lnTo>
                    <a:pt x="1621333" y="29941"/>
                  </a:lnTo>
                  <a:lnTo>
                    <a:pt x="1574681" y="38775"/>
                  </a:lnTo>
                  <a:lnTo>
                    <a:pt x="1528424" y="48706"/>
                  </a:lnTo>
                  <a:lnTo>
                    <a:pt x="1482577" y="59719"/>
                  </a:lnTo>
                  <a:lnTo>
                    <a:pt x="1437153" y="71801"/>
                  </a:lnTo>
                  <a:lnTo>
                    <a:pt x="1392166" y="84938"/>
                  </a:lnTo>
                  <a:lnTo>
                    <a:pt x="1347631" y="99116"/>
                  </a:lnTo>
                  <a:lnTo>
                    <a:pt x="1303560" y="114320"/>
                  </a:lnTo>
                  <a:lnTo>
                    <a:pt x="1259969" y="130537"/>
                  </a:lnTo>
                  <a:lnTo>
                    <a:pt x="1216871" y="147753"/>
                  </a:lnTo>
                  <a:lnTo>
                    <a:pt x="1174281" y="165952"/>
                  </a:lnTo>
                  <a:lnTo>
                    <a:pt x="1132212" y="185123"/>
                  </a:lnTo>
                  <a:lnTo>
                    <a:pt x="1090677" y="205250"/>
                  </a:lnTo>
                  <a:lnTo>
                    <a:pt x="1049692" y="226319"/>
                  </a:lnTo>
                  <a:lnTo>
                    <a:pt x="1009271" y="248317"/>
                  </a:lnTo>
                  <a:lnTo>
                    <a:pt x="969426" y="271229"/>
                  </a:lnTo>
                  <a:lnTo>
                    <a:pt x="930173" y="295041"/>
                  </a:lnTo>
                  <a:lnTo>
                    <a:pt x="891524" y="319739"/>
                  </a:lnTo>
                  <a:lnTo>
                    <a:pt x="853495" y="345310"/>
                  </a:lnTo>
                  <a:lnTo>
                    <a:pt x="816099" y="371739"/>
                  </a:lnTo>
                  <a:lnTo>
                    <a:pt x="779350" y="399013"/>
                  </a:lnTo>
                  <a:lnTo>
                    <a:pt x="743262" y="427116"/>
                  </a:lnTo>
                  <a:lnTo>
                    <a:pt x="707850" y="456036"/>
                  </a:lnTo>
                  <a:lnTo>
                    <a:pt x="673126" y="485757"/>
                  </a:lnTo>
                  <a:lnTo>
                    <a:pt x="639105" y="516267"/>
                  </a:lnTo>
                  <a:lnTo>
                    <a:pt x="605802" y="547551"/>
                  </a:lnTo>
                  <a:lnTo>
                    <a:pt x="573229" y="579594"/>
                  </a:lnTo>
                  <a:lnTo>
                    <a:pt x="541402" y="612384"/>
                  </a:lnTo>
                  <a:lnTo>
                    <a:pt x="510333" y="645906"/>
                  </a:lnTo>
                  <a:lnTo>
                    <a:pt x="480038" y="680145"/>
                  </a:lnTo>
                  <a:lnTo>
                    <a:pt x="450529" y="715088"/>
                  </a:lnTo>
                  <a:lnTo>
                    <a:pt x="421822" y="750722"/>
                  </a:lnTo>
                  <a:lnTo>
                    <a:pt x="393929" y="787031"/>
                  </a:lnTo>
                  <a:lnTo>
                    <a:pt x="366865" y="824001"/>
                  </a:lnTo>
                  <a:lnTo>
                    <a:pt x="340645" y="861620"/>
                  </a:lnTo>
                  <a:lnTo>
                    <a:pt x="315281" y="899872"/>
                  </a:lnTo>
                  <a:lnTo>
                    <a:pt x="290788" y="938744"/>
                  </a:lnTo>
                  <a:lnTo>
                    <a:pt x="267180" y="978221"/>
                  </a:lnTo>
                  <a:lnTo>
                    <a:pt x="244471" y="1018290"/>
                  </a:lnTo>
                  <a:lnTo>
                    <a:pt x="222675" y="1058937"/>
                  </a:lnTo>
                  <a:lnTo>
                    <a:pt x="201806" y="1100147"/>
                  </a:lnTo>
                  <a:lnTo>
                    <a:pt x="181877" y="1141907"/>
                  </a:lnTo>
                  <a:lnTo>
                    <a:pt x="162904" y="1184202"/>
                  </a:lnTo>
                  <a:lnTo>
                    <a:pt x="144899" y="1227018"/>
                  </a:lnTo>
                  <a:lnTo>
                    <a:pt x="127877" y="1270342"/>
                  </a:lnTo>
                  <a:lnTo>
                    <a:pt x="111852" y="1314160"/>
                  </a:lnTo>
                  <a:lnTo>
                    <a:pt x="96838" y="1358456"/>
                  </a:lnTo>
                  <a:lnTo>
                    <a:pt x="82848" y="1403218"/>
                  </a:lnTo>
                  <a:lnTo>
                    <a:pt x="69898" y="1448432"/>
                  </a:lnTo>
                  <a:lnTo>
                    <a:pt x="58000" y="1494082"/>
                  </a:lnTo>
                  <a:lnTo>
                    <a:pt x="47169" y="1540156"/>
                  </a:lnTo>
                  <a:lnTo>
                    <a:pt x="37418" y="1586639"/>
                  </a:lnTo>
                  <a:lnTo>
                    <a:pt x="28762" y="1633517"/>
                  </a:lnTo>
                  <a:lnTo>
                    <a:pt x="21215" y="1680776"/>
                  </a:lnTo>
                  <a:lnTo>
                    <a:pt x="14791" y="1728402"/>
                  </a:lnTo>
                  <a:lnTo>
                    <a:pt x="9503" y="1776381"/>
                  </a:lnTo>
                  <a:lnTo>
                    <a:pt x="5366" y="1824699"/>
                  </a:lnTo>
                  <a:lnTo>
                    <a:pt x="2394" y="1873342"/>
                  </a:lnTo>
                  <a:lnTo>
                    <a:pt x="600" y="1922296"/>
                  </a:lnTo>
                  <a:lnTo>
                    <a:pt x="0" y="1971548"/>
                  </a:lnTo>
                  <a:lnTo>
                    <a:pt x="0" y="3171444"/>
                  </a:lnTo>
                  <a:lnTo>
                    <a:pt x="154400" y="3171444"/>
                  </a:lnTo>
                  <a:lnTo>
                    <a:pt x="191980" y="3168245"/>
                  </a:lnTo>
                  <a:lnTo>
                    <a:pt x="239188" y="3163073"/>
                  </a:lnTo>
                  <a:lnTo>
                    <a:pt x="286054" y="3156789"/>
                  </a:lnTo>
                  <a:lnTo>
                    <a:pt x="332564" y="3149406"/>
                  </a:lnTo>
                  <a:lnTo>
                    <a:pt x="378706" y="3140937"/>
                  </a:lnTo>
                  <a:lnTo>
                    <a:pt x="424466" y="3131397"/>
                  </a:lnTo>
                  <a:lnTo>
                    <a:pt x="469829" y="3120799"/>
                  </a:lnTo>
                  <a:lnTo>
                    <a:pt x="514784" y="3109155"/>
                  </a:lnTo>
                  <a:lnTo>
                    <a:pt x="559316" y="3096480"/>
                  </a:lnTo>
                  <a:lnTo>
                    <a:pt x="603412" y="3082788"/>
                  </a:lnTo>
                  <a:lnTo>
                    <a:pt x="647059" y="3068091"/>
                  </a:lnTo>
                  <a:lnTo>
                    <a:pt x="690243" y="3052403"/>
                  </a:lnTo>
                  <a:lnTo>
                    <a:pt x="732951" y="3035738"/>
                  </a:lnTo>
                  <a:lnTo>
                    <a:pt x="775168" y="3018109"/>
                  </a:lnTo>
                  <a:lnTo>
                    <a:pt x="816883" y="2999530"/>
                  </a:lnTo>
                  <a:lnTo>
                    <a:pt x="858081" y="2980013"/>
                  </a:lnTo>
                  <a:lnTo>
                    <a:pt x="898748" y="2959574"/>
                  </a:lnTo>
                  <a:lnTo>
                    <a:pt x="938873" y="2938224"/>
                  </a:lnTo>
                  <a:lnTo>
                    <a:pt x="978440" y="2915978"/>
                  </a:lnTo>
                  <a:lnTo>
                    <a:pt x="1017436" y="2892849"/>
                  </a:lnTo>
                  <a:lnTo>
                    <a:pt x="1055849" y="2868851"/>
                  </a:lnTo>
                  <a:lnTo>
                    <a:pt x="1093665" y="2843997"/>
                  </a:lnTo>
                  <a:lnTo>
                    <a:pt x="1130869" y="2818301"/>
                  </a:lnTo>
                  <a:lnTo>
                    <a:pt x="1167450" y="2791775"/>
                  </a:lnTo>
                  <a:lnTo>
                    <a:pt x="1203392" y="2764435"/>
                  </a:lnTo>
                  <a:lnTo>
                    <a:pt x="1238684" y="2736292"/>
                  </a:lnTo>
                  <a:lnTo>
                    <a:pt x="1273311" y="2707361"/>
                  </a:lnTo>
                  <a:lnTo>
                    <a:pt x="1307260" y="2677655"/>
                  </a:lnTo>
                  <a:lnTo>
                    <a:pt x="1340517" y="2647187"/>
                  </a:lnTo>
                  <a:lnTo>
                    <a:pt x="1373070" y="2615972"/>
                  </a:lnTo>
                  <a:lnTo>
                    <a:pt x="1404904" y="2584022"/>
                  </a:lnTo>
                  <a:lnTo>
                    <a:pt x="1436007" y="2551351"/>
                  </a:lnTo>
                  <a:lnTo>
                    <a:pt x="1466364" y="2517973"/>
                  </a:lnTo>
                  <a:lnTo>
                    <a:pt x="1495963" y="2483901"/>
                  </a:lnTo>
                  <a:lnTo>
                    <a:pt x="1524789" y="2449148"/>
                  </a:lnTo>
                  <a:lnTo>
                    <a:pt x="1552830" y="2413729"/>
                  </a:lnTo>
                  <a:lnTo>
                    <a:pt x="1580072" y="2377656"/>
                  </a:lnTo>
                  <a:lnTo>
                    <a:pt x="1606501" y="2340943"/>
                  </a:lnTo>
                  <a:lnTo>
                    <a:pt x="1632104" y="2303603"/>
                  </a:lnTo>
                  <a:lnTo>
                    <a:pt x="1656868" y="2265651"/>
                  </a:lnTo>
                  <a:lnTo>
                    <a:pt x="1680779" y="2227099"/>
                  </a:lnTo>
                  <a:lnTo>
                    <a:pt x="1703824" y="2187961"/>
                  </a:lnTo>
                  <a:lnTo>
                    <a:pt x="1725990" y="2148251"/>
                  </a:lnTo>
                  <a:lnTo>
                    <a:pt x="1747262" y="2107981"/>
                  </a:lnTo>
                  <a:lnTo>
                    <a:pt x="1767627" y="2067167"/>
                  </a:lnTo>
                  <a:lnTo>
                    <a:pt x="1787073" y="2025820"/>
                  </a:lnTo>
                  <a:lnTo>
                    <a:pt x="1805584" y="1983954"/>
                  </a:lnTo>
                  <a:lnTo>
                    <a:pt x="1823149" y="1941584"/>
                  </a:lnTo>
                  <a:lnTo>
                    <a:pt x="1839754" y="1898722"/>
                  </a:lnTo>
                  <a:lnTo>
                    <a:pt x="1855385" y="1855382"/>
                  </a:lnTo>
                  <a:lnTo>
                    <a:pt x="1870029" y="1811578"/>
                  </a:lnTo>
                  <a:lnTo>
                    <a:pt x="1883671" y="1767323"/>
                  </a:lnTo>
                  <a:lnTo>
                    <a:pt x="1896300" y="1722630"/>
                  </a:lnTo>
                  <a:lnTo>
                    <a:pt x="1907901" y="1677513"/>
                  </a:lnTo>
                  <a:lnTo>
                    <a:pt x="1918461" y="1631985"/>
                  </a:lnTo>
                  <a:lnTo>
                    <a:pt x="1927967" y="1586061"/>
                  </a:lnTo>
                  <a:lnTo>
                    <a:pt x="1936404" y="1539753"/>
                  </a:lnTo>
                  <a:lnTo>
                    <a:pt x="1943760" y="1493075"/>
                  </a:lnTo>
                  <a:lnTo>
                    <a:pt x="1950022" y="1446040"/>
                  </a:lnTo>
                  <a:lnTo>
                    <a:pt x="1955175" y="1398663"/>
                  </a:lnTo>
                  <a:lnTo>
                    <a:pt x="1959206" y="1350955"/>
                  </a:lnTo>
                  <a:lnTo>
                    <a:pt x="1962102" y="1302932"/>
                  </a:lnTo>
                  <a:lnTo>
                    <a:pt x="1963850" y="1254606"/>
                  </a:lnTo>
                  <a:lnTo>
                    <a:pt x="1964435" y="1205992"/>
                  </a:lnTo>
                  <a:lnTo>
                    <a:pt x="1964435" y="0"/>
                  </a:lnTo>
                  <a:close/>
                </a:path>
              </a:pathLst>
            </a:custGeom>
            <a:solidFill>
              <a:srgbClr val="0068FF"/>
            </a:solidFill>
          </p:spPr>
          <p:txBody>
            <a:bodyPr wrap="square" lIns="0" tIns="0" rIns="0" bIns="0" rtlCol="0"/>
            <a:lstStyle/>
            <a:p/>
          </p:txBody>
        </p:sp>
        <p:sp>
          <p:nvSpPr>
            <p:cNvPr id="5" name="object 5"/>
            <p:cNvSpPr/>
            <p:nvPr/>
          </p:nvSpPr>
          <p:spPr>
            <a:xfrm>
              <a:off x="8264652" y="3686555"/>
              <a:ext cx="1963420" cy="3171825"/>
            </a:xfrm>
            <a:custGeom>
              <a:avLst/>
              <a:rect l="l" t="t" r="r" b="b"/>
              <a:pathLst>
                <a:path w="1963420" h="3171825">
                  <a:moveTo>
                    <a:pt x="0" y="0"/>
                  </a:moveTo>
                  <a:lnTo>
                    <a:pt x="0" y="1205992"/>
                  </a:lnTo>
                  <a:lnTo>
                    <a:pt x="585" y="1254606"/>
                  </a:lnTo>
                  <a:lnTo>
                    <a:pt x="2331" y="1302932"/>
                  </a:lnTo>
                  <a:lnTo>
                    <a:pt x="5225" y="1350955"/>
                  </a:lnTo>
                  <a:lnTo>
                    <a:pt x="9253" y="1398663"/>
                  </a:lnTo>
                  <a:lnTo>
                    <a:pt x="14403" y="1446040"/>
                  </a:lnTo>
                  <a:lnTo>
                    <a:pt x="20660" y="1493075"/>
                  </a:lnTo>
                  <a:lnTo>
                    <a:pt x="28084" y="1540156"/>
                  </a:lnTo>
                  <a:lnTo>
                    <a:pt x="36442" y="1586061"/>
                  </a:lnTo>
                  <a:lnTo>
                    <a:pt x="45940" y="1631985"/>
                  </a:lnTo>
                  <a:lnTo>
                    <a:pt x="56493" y="1677513"/>
                  </a:lnTo>
                  <a:lnTo>
                    <a:pt x="68085" y="1722630"/>
                  </a:lnTo>
                  <a:lnTo>
                    <a:pt x="80705" y="1767323"/>
                  </a:lnTo>
                  <a:lnTo>
                    <a:pt x="94338" y="1811578"/>
                  </a:lnTo>
                  <a:lnTo>
                    <a:pt x="108970" y="1855382"/>
                  </a:lnTo>
                  <a:lnTo>
                    <a:pt x="124590" y="1898722"/>
                  </a:lnTo>
                  <a:lnTo>
                    <a:pt x="141182" y="1941584"/>
                  </a:lnTo>
                  <a:lnTo>
                    <a:pt x="158734" y="1983954"/>
                  </a:lnTo>
                  <a:lnTo>
                    <a:pt x="177232" y="2025820"/>
                  </a:lnTo>
                  <a:lnTo>
                    <a:pt x="196663" y="2067167"/>
                  </a:lnTo>
                  <a:lnTo>
                    <a:pt x="217014" y="2107981"/>
                  </a:lnTo>
                  <a:lnTo>
                    <a:pt x="238270" y="2148251"/>
                  </a:lnTo>
                  <a:lnTo>
                    <a:pt x="260419" y="2187961"/>
                  </a:lnTo>
                  <a:lnTo>
                    <a:pt x="283447" y="2227099"/>
                  </a:lnTo>
                  <a:lnTo>
                    <a:pt x="307340" y="2265651"/>
                  </a:lnTo>
                  <a:lnTo>
                    <a:pt x="332085" y="2303603"/>
                  </a:lnTo>
                  <a:lnTo>
                    <a:pt x="357670" y="2340943"/>
                  </a:lnTo>
                  <a:lnTo>
                    <a:pt x="384079" y="2377656"/>
                  </a:lnTo>
                  <a:lnTo>
                    <a:pt x="411300" y="2413729"/>
                  </a:lnTo>
                  <a:lnTo>
                    <a:pt x="439320" y="2449148"/>
                  </a:lnTo>
                  <a:lnTo>
                    <a:pt x="468125" y="2483901"/>
                  </a:lnTo>
                  <a:lnTo>
                    <a:pt x="497701" y="2517973"/>
                  </a:lnTo>
                  <a:lnTo>
                    <a:pt x="528035" y="2551351"/>
                  </a:lnTo>
                  <a:lnTo>
                    <a:pt x="559114" y="2584022"/>
                  </a:lnTo>
                  <a:lnTo>
                    <a:pt x="590924" y="2615972"/>
                  </a:lnTo>
                  <a:lnTo>
                    <a:pt x="623452" y="2647187"/>
                  </a:lnTo>
                  <a:lnTo>
                    <a:pt x="656684" y="2677655"/>
                  </a:lnTo>
                  <a:lnTo>
                    <a:pt x="690607" y="2707361"/>
                  </a:lnTo>
                  <a:lnTo>
                    <a:pt x="725208" y="2736292"/>
                  </a:lnTo>
                  <a:lnTo>
                    <a:pt x="760472" y="2764435"/>
                  </a:lnTo>
                  <a:lnTo>
                    <a:pt x="796387" y="2791775"/>
                  </a:lnTo>
                  <a:lnTo>
                    <a:pt x="832940" y="2818301"/>
                  </a:lnTo>
                  <a:lnTo>
                    <a:pt x="870116" y="2843997"/>
                  </a:lnTo>
                  <a:lnTo>
                    <a:pt x="907902" y="2868851"/>
                  </a:lnTo>
                  <a:lnTo>
                    <a:pt x="946285" y="2892849"/>
                  </a:lnTo>
                  <a:lnTo>
                    <a:pt x="985251" y="2915978"/>
                  </a:lnTo>
                  <a:lnTo>
                    <a:pt x="1024788" y="2938224"/>
                  </a:lnTo>
                  <a:lnTo>
                    <a:pt x="1064881" y="2959574"/>
                  </a:lnTo>
                  <a:lnTo>
                    <a:pt x="1105517" y="2980013"/>
                  </a:lnTo>
                  <a:lnTo>
                    <a:pt x="1146682" y="2999530"/>
                  </a:lnTo>
                  <a:lnTo>
                    <a:pt x="1188364" y="3018109"/>
                  </a:lnTo>
                  <a:lnTo>
                    <a:pt x="1230549" y="3035738"/>
                  </a:lnTo>
                  <a:lnTo>
                    <a:pt x="1273223" y="3052403"/>
                  </a:lnTo>
                  <a:lnTo>
                    <a:pt x="1316372" y="3068091"/>
                  </a:lnTo>
                  <a:lnTo>
                    <a:pt x="1359985" y="3082788"/>
                  </a:lnTo>
                  <a:lnTo>
                    <a:pt x="1404046" y="3096480"/>
                  </a:lnTo>
                  <a:lnTo>
                    <a:pt x="1448543" y="3109155"/>
                  </a:lnTo>
                  <a:lnTo>
                    <a:pt x="1493461" y="3120799"/>
                  </a:lnTo>
                  <a:lnTo>
                    <a:pt x="1538789" y="3131397"/>
                  </a:lnTo>
                  <a:lnTo>
                    <a:pt x="1584512" y="3140937"/>
                  </a:lnTo>
                  <a:lnTo>
                    <a:pt x="1630617" y="3149406"/>
                  </a:lnTo>
                  <a:lnTo>
                    <a:pt x="1677090" y="3156789"/>
                  </a:lnTo>
                  <a:lnTo>
                    <a:pt x="1723918" y="3163073"/>
                  </a:lnTo>
                  <a:lnTo>
                    <a:pt x="1771087" y="3168245"/>
                  </a:lnTo>
                  <a:lnTo>
                    <a:pt x="1962912" y="3171443"/>
                  </a:lnTo>
                  <a:lnTo>
                    <a:pt x="1962912" y="1971548"/>
                  </a:lnTo>
                  <a:lnTo>
                    <a:pt x="1962311" y="1922296"/>
                  </a:lnTo>
                  <a:lnTo>
                    <a:pt x="1960519" y="1873342"/>
                  </a:lnTo>
                  <a:lnTo>
                    <a:pt x="1957549" y="1824699"/>
                  </a:lnTo>
                  <a:lnTo>
                    <a:pt x="1953415" y="1776381"/>
                  </a:lnTo>
                  <a:lnTo>
                    <a:pt x="1948132" y="1728402"/>
                  </a:lnTo>
                  <a:lnTo>
                    <a:pt x="1941713" y="1680776"/>
                  </a:lnTo>
                  <a:lnTo>
                    <a:pt x="1934172" y="1633517"/>
                  </a:lnTo>
                  <a:lnTo>
                    <a:pt x="1925523" y="1586639"/>
                  </a:lnTo>
                  <a:lnTo>
                    <a:pt x="1915686" y="1539753"/>
                  </a:lnTo>
                  <a:lnTo>
                    <a:pt x="1904958" y="1494082"/>
                  </a:lnTo>
                  <a:lnTo>
                    <a:pt x="1893070" y="1448432"/>
                  </a:lnTo>
                  <a:lnTo>
                    <a:pt x="1880129" y="1403218"/>
                  </a:lnTo>
                  <a:lnTo>
                    <a:pt x="1866151" y="1358456"/>
                  </a:lnTo>
                  <a:lnTo>
                    <a:pt x="1851149" y="1314160"/>
                  </a:lnTo>
                  <a:lnTo>
                    <a:pt x="1835136" y="1270342"/>
                  </a:lnTo>
                  <a:lnTo>
                    <a:pt x="1818128" y="1227018"/>
                  </a:lnTo>
                  <a:lnTo>
                    <a:pt x="1800137" y="1184202"/>
                  </a:lnTo>
                  <a:lnTo>
                    <a:pt x="1781179" y="1141907"/>
                  </a:lnTo>
                  <a:lnTo>
                    <a:pt x="1761266" y="1100147"/>
                  </a:lnTo>
                  <a:lnTo>
                    <a:pt x="1740413" y="1058937"/>
                  </a:lnTo>
                  <a:lnTo>
                    <a:pt x="1718634" y="1018290"/>
                  </a:lnTo>
                  <a:lnTo>
                    <a:pt x="1695942" y="978221"/>
                  </a:lnTo>
                  <a:lnTo>
                    <a:pt x="1672353" y="938744"/>
                  </a:lnTo>
                  <a:lnTo>
                    <a:pt x="1647879" y="899872"/>
                  </a:lnTo>
                  <a:lnTo>
                    <a:pt x="1622534" y="861620"/>
                  </a:lnTo>
                  <a:lnTo>
                    <a:pt x="1596334" y="824001"/>
                  </a:lnTo>
                  <a:lnTo>
                    <a:pt x="1569291" y="787031"/>
                  </a:lnTo>
                  <a:lnTo>
                    <a:pt x="1541419" y="750722"/>
                  </a:lnTo>
                  <a:lnTo>
                    <a:pt x="1512734" y="715088"/>
                  </a:lnTo>
                  <a:lnTo>
                    <a:pt x="1483247" y="680145"/>
                  </a:lnTo>
                  <a:lnTo>
                    <a:pt x="1452975" y="645906"/>
                  </a:lnTo>
                  <a:lnTo>
                    <a:pt x="1421930" y="612384"/>
                  </a:lnTo>
                  <a:lnTo>
                    <a:pt x="1390126" y="579594"/>
                  </a:lnTo>
                  <a:lnTo>
                    <a:pt x="1357577" y="547551"/>
                  </a:lnTo>
                  <a:lnTo>
                    <a:pt x="1324299" y="516267"/>
                  </a:lnTo>
                  <a:lnTo>
                    <a:pt x="1290303" y="485757"/>
                  </a:lnTo>
                  <a:lnTo>
                    <a:pt x="1255605" y="456036"/>
                  </a:lnTo>
                  <a:lnTo>
                    <a:pt x="1220218" y="427116"/>
                  </a:lnTo>
                  <a:lnTo>
                    <a:pt x="1184157" y="399013"/>
                  </a:lnTo>
                  <a:lnTo>
                    <a:pt x="1147434" y="371739"/>
                  </a:lnTo>
                  <a:lnTo>
                    <a:pt x="1110065" y="345310"/>
                  </a:lnTo>
                  <a:lnTo>
                    <a:pt x="1072063" y="319739"/>
                  </a:lnTo>
                  <a:lnTo>
                    <a:pt x="1033443" y="295041"/>
                  </a:lnTo>
                  <a:lnTo>
                    <a:pt x="994217" y="271229"/>
                  </a:lnTo>
                  <a:lnTo>
                    <a:pt x="954401" y="248317"/>
                  </a:lnTo>
                  <a:lnTo>
                    <a:pt x="914008" y="226319"/>
                  </a:lnTo>
                  <a:lnTo>
                    <a:pt x="873052" y="205250"/>
                  </a:lnTo>
                  <a:lnTo>
                    <a:pt x="831547" y="185123"/>
                  </a:lnTo>
                  <a:lnTo>
                    <a:pt x="789507" y="165952"/>
                  </a:lnTo>
                  <a:lnTo>
                    <a:pt x="746945" y="147753"/>
                  </a:lnTo>
                  <a:lnTo>
                    <a:pt x="703877" y="130537"/>
                  </a:lnTo>
                  <a:lnTo>
                    <a:pt x="660316" y="114320"/>
                  </a:lnTo>
                  <a:lnTo>
                    <a:pt x="616276" y="99116"/>
                  </a:lnTo>
                  <a:lnTo>
                    <a:pt x="571770" y="84938"/>
                  </a:lnTo>
                  <a:lnTo>
                    <a:pt x="526814" y="71801"/>
                  </a:lnTo>
                  <a:lnTo>
                    <a:pt x="481420" y="59719"/>
                  </a:lnTo>
                  <a:lnTo>
                    <a:pt x="435603" y="48706"/>
                  </a:lnTo>
                  <a:lnTo>
                    <a:pt x="389377" y="38775"/>
                  </a:lnTo>
                  <a:lnTo>
                    <a:pt x="342756" y="29941"/>
                  </a:lnTo>
                  <a:lnTo>
                    <a:pt x="295753" y="22217"/>
                  </a:lnTo>
                  <a:lnTo>
                    <a:pt x="248383" y="15619"/>
                  </a:lnTo>
                  <a:lnTo>
                    <a:pt x="200659" y="10160"/>
                  </a:lnTo>
                  <a:lnTo>
                    <a:pt x="0" y="0"/>
                  </a:lnTo>
                  <a:close/>
                </a:path>
              </a:pathLst>
            </a:custGeom>
            <a:solidFill>
              <a:srgbClr val="44536A"/>
            </a:solidFill>
          </p:spPr>
          <p:txBody>
            <a:bodyPr wrap="square" lIns="0" tIns="0" rIns="0" bIns="0" rtlCol="0"/>
            <a:lstStyle/>
            <a:p/>
          </p:txBody>
        </p:sp>
      </p:grpSp>
      <p:sp>
        <p:nvSpPr>
          <p:cNvPr id="6" name="object 6"/>
          <p:cNvSpPr/>
          <p:nvPr/>
        </p:nvSpPr>
        <p:spPr>
          <a:xfrm>
            <a:off x="0" y="0"/>
            <a:ext cx="1167765" cy="1167765"/>
          </a:xfrm>
          <a:custGeom>
            <a:avLst/>
            <a:rect l="l" t="t" r="r" b="b"/>
            <a:pathLst>
              <a:path w="1167765" h="1167765">
                <a:moveTo>
                  <a:pt x="1167384" y="0"/>
                </a:moveTo>
                <a:lnTo>
                  <a:pt x="0" y="0"/>
                </a:lnTo>
                <a:lnTo>
                  <a:pt x="0" y="1167384"/>
                </a:lnTo>
                <a:lnTo>
                  <a:pt x="48119" y="1166410"/>
                </a:lnTo>
                <a:lnTo>
                  <a:pt x="95743" y="1163514"/>
                </a:lnTo>
                <a:lnTo>
                  <a:pt x="142834" y="1158733"/>
                </a:lnTo>
                <a:lnTo>
                  <a:pt x="189355" y="1152106"/>
                </a:lnTo>
                <a:lnTo>
                  <a:pt x="235268" y="1143668"/>
                </a:lnTo>
                <a:lnTo>
                  <a:pt x="280535" y="1133459"/>
                </a:lnTo>
                <a:lnTo>
                  <a:pt x="325120" y="1121515"/>
                </a:lnTo>
                <a:lnTo>
                  <a:pt x="368983" y="1107874"/>
                </a:lnTo>
                <a:lnTo>
                  <a:pt x="412088" y="1092574"/>
                </a:lnTo>
                <a:lnTo>
                  <a:pt x="454398" y="1075652"/>
                </a:lnTo>
                <a:lnTo>
                  <a:pt x="495874" y="1057145"/>
                </a:lnTo>
                <a:lnTo>
                  <a:pt x="536480" y="1037092"/>
                </a:lnTo>
                <a:lnTo>
                  <a:pt x="576177" y="1015529"/>
                </a:lnTo>
                <a:lnTo>
                  <a:pt x="614927" y="992495"/>
                </a:lnTo>
                <a:lnTo>
                  <a:pt x="652695" y="968026"/>
                </a:lnTo>
                <a:lnTo>
                  <a:pt x="689441" y="942161"/>
                </a:lnTo>
                <a:lnTo>
                  <a:pt x="725129" y="914936"/>
                </a:lnTo>
                <a:lnTo>
                  <a:pt x="759720" y="886390"/>
                </a:lnTo>
                <a:lnTo>
                  <a:pt x="793178" y="856560"/>
                </a:lnTo>
                <a:lnTo>
                  <a:pt x="825465" y="825484"/>
                </a:lnTo>
                <a:lnTo>
                  <a:pt x="856542" y="793198"/>
                </a:lnTo>
                <a:lnTo>
                  <a:pt x="886373" y="759741"/>
                </a:lnTo>
                <a:lnTo>
                  <a:pt x="914920" y="725150"/>
                </a:lnTo>
                <a:lnTo>
                  <a:pt x="942146" y="689463"/>
                </a:lnTo>
                <a:lnTo>
                  <a:pt x="968013" y="652717"/>
                </a:lnTo>
                <a:lnTo>
                  <a:pt x="992483" y="614950"/>
                </a:lnTo>
                <a:lnTo>
                  <a:pt x="1015518" y="576199"/>
                </a:lnTo>
                <a:lnTo>
                  <a:pt x="1037082" y="536502"/>
                </a:lnTo>
                <a:lnTo>
                  <a:pt x="1057137" y="495896"/>
                </a:lnTo>
                <a:lnTo>
                  <a:pt x="1075645" y="454419"/>
                </a:lnTo>
                <a:lnTo>
                  <a:pt x="1092568" y="412109"/>
                </a:lnTo>
                <a:lnTo>
                  <a:pt x="1107869" y="369003"/>
                </a:lnTo>
                <a:lnTo>
                  <a:pt x="1121511" y="325138"/>
                </a:lnTo>
                <a:lnTo>
                  <a:pt x="1133456" y="280552"/>
                </a:lnTo>
                <a:lnTo>
                  <a:pt x="1143666" y="235283"/>
                </a:lnTo>
                <a:lnTo>
                  <a:pt x="1152104" y="189368"/>
                </a:lnTo>
                <a:lnTo>
                  <a:pt x="1158733" y="142844"/>
                </a:lnTo>
                <a:lnTo>
                  <a:pt x="1163514" y="95750"/>
                </a:lnTo>
                <a:lnTo>
                  <a:pt x="1166410" y="48123"/>
                </a:lnTo>
                <a:lnTo>
                  <a:pt x="1167384" y="0"/>
                </a:lnTo>
                <a:close/>
              </a:path>
            </a:pathLst>
          </a:custGeom>
          <a:solidFill>
            <a:srgbClr val="627083"/>
          </a:solidFill>
        </p:spPr>
        <p:txBody>
          <a:bodyPr wrap="square" lIns="0" tIns="0" rIns="0" bIns="0" rtlCol="0"/>
          <a:lstStyle/>
          <a:p/>
        </p:txBody>
      </p:sp>
      <p:sp>
        <p:nvSpPr>
          <p:cNvPr id="7" name="object 7"/>
          <p:cNvSpPr/>
          <p:nvPr/>
        </p:nvSpPr>
        <p:spPr>
          <a:xfrm>
            <a:off x="10227564" y="0"/>
            <a:ext cx="1964689" cy="3179445"/>
          </a:xfrm>
          <a:custGeom>
            <a:avLst/>
            <a:rect l="l" t="t" r="r" b="b"/>
            <a:pathLst>
              <a:path w="1964690" h="3179445">
                <a:moveTo>
                  <a:pt x="1964435" y="0"/>
                </a:moveTo>
                <a:lnTo>
                  <a:pt x="0" y="0"/>
                </a:lnTo>
                <a:lnTo>
                  <a:pt x="0" y="1197990"/>
                </a:lnTo>
                <a:lnTo>
                  <a:pt x="600" y="1247480"/>
                </a:lnTo>
                <a:lnTo>
                  <a:pt x="2394" y="1296672"/>
                </a:lnTo>
                <a:lnTo>
                  <a:pt x="5366" y="1345551"/>
                </a:lnTo>
                <a:lnTo>
                  <a:pt x="9503" y="1394104"/>
                </a:lnTo>
                <a:lnTo>
                  <a:pt x="14791" y="1442316"/>
                </a:lnTo>
                <a:lnTo>
                  <a:pt x="21215" y="1490173"/>
                </a:lnTo>
                <a:lnTo>
                  <a:pt x="28762" y="1537661"/>
                </a:lnTo>
                <a:lnTo>
                  <a:pt x="37418" y="1584766"/>
                </a:lnTo>
                <a:lnTo>
                  <a:pt x="47169" y="1631475"/>
                </a:lnTo>
                <a:lnTo>
                  <a:pt x="58000" y="1677771"/>
                </a:lnTo>
                <a:lnTo>
                  <a:pt x="69898" y="1723643"/>
                </a:lnTo>
                <a:lnTo>
                  <a:pt x="82848" y="1769075"/>
                </a:lnTo>
                <a:lnTo>
                  <a:pt x="96838" y="1814054"/>
                </a:lnTo>
                <a:lnTo>
                  <a:pt x="111852" y="1858565"/>
                </a:lnTo>
                <a:lnTo>
                  <a:pt x="127877" y="1902595"/>
                </a:lnTo>
                <a:lnTo>
                  <a:pt x="144899" y="1946129"/>
                </a:lnTo>
                <a:lnTo>
                  <a:pt x="162904" y="1989152"/>
                </a:lnTo>
                <a:lnTo>
                  <a:pt x="181877" y="2031652"/>
                </a:lnTo>
                <a:lnTo>
                  <a:pt x="201806" y="2073614"/>
                </a:lnTo>
                <a:lnTo>
                  <a:pt x="222675" y="2115023"/>
                </a:lnTo>
                <a:lnTo>
                  <a:pt x="244471" y="2155866"/>
                </a:lnTo>
                <a:lnTo>
                  <a:pt x="267180" y="2196129"/>
                </a:lnTo>
                <a:lnTo>
                  <a:pt x="290788" y="2235797"/>
                </a:lnTo>
                <a:lnTo>
                  <a:pt x="315281" y="2274856"/>
                </a:lnTo>
                <a:lnTo>
                  <a:pt x="340645" y="2313293"/>
                </a:lnTo>
                <a:lnTo>
                  <a:pt x="366865" y="2351093"/>
                </a:lnTo>
                <a:lnTo>
                  <a:pt x="393929" y="2388242"/>
                </a:lnTo>
                <a:lnTo>
                  <a:pt x="421822" y="2424726"/>
                </a:lnTo>
                <a:lnTo>
                  <a:pt x="450529" y="2460530"/>
                </a:lnTo>
                <a:lnTo>
                  <a:pt x="480038" y="2495642"/>
                </a:lnTo>
                <a:lnTo>
                  <a:pt x="510333" y="2530046"/>
                </a:lnTo>
                <a:lnTo>
                  <a:pt x="541402" y="2563729"/>
                </a:lnTo>
                <a:lnTo>
                  <a:pt x="573229" y="2596676"/>
                </a:lnTo>
                <a:lnTo>
                  <a:pt x="605802" y="2628873"/>
                </a:lnTo>
                <a:lnTo>
                  <a:pt x="639105" y="2660307"/>
                </a:lnTo>
                <a:lnTo>
                  <a:pt x="673126" y="2690962"/>
                </a:lnTo>
                <a:lnTo>
                  <a:pt x="707850" y="2720826"/>
                </a:lnTo>
                <a:lnTo>
                  <a:pt x="743262" y="2749884"/>
                </a:lnTo>
                <a:lnTo>
                  <a:pt x="779350" y="2778121"/>
                </a:lnTo>
                <a:lnTo>
                  <a:pt x="816099" y="2805525"/>
                </a:lnTo>
                <a:lnTo>
                  <a:pt x="853495" y="2832080"/>
                </a:lnTo>
                <a:lnTo>
                  <a:pt x="891524" y="2857772"/>
                </a:lnTo>
                <a:lnTo>
                  <a:pt x="930173" y="2882588"/>
                </a:lnTo>
                <a:lnTo>
                  <a:pt x="969426" y="2906513"/>
                </a:lnTo>
                <a:lnTo>
                  <a:pt x="1009271" y="2929533"/>
                </a:lnTo>
                <a:lnTo>
                  <a:pt x="1049692" y="2951634"/>
                </a:lnTo>
                <a:lnTo>
                  <a:pt x="1090677" y="2972803"/>
                </a:lnTo>
                <a:lnTo>
                  <a:pt x="1132212" y="2993024"/>
                </a:lnTo>
                <a:lnTo>
                  <a:pt x="1174281" y="3012284"/>
                </a:lnTo>
                <a:lnTo>
                  <a:pt x="1216871" y="3030569"/>
                </a:lnTo>
                <a:lnTo>
                  <a:pt x="1259969" y="3047864"/>
                </a:lnTo>
                <a:lnTo>
                  <a:pt x="1303560" y="3064156"/>
                </a:lnTo>
                <a:lnTo>
                  <a:pt x="1347631" y="3079430"/>
                </a:lnTo>
                <a:lnTo>
                  <a:pt x="1392166" y="3093672"/>
                </a:lnTo>
                <a:lnTo>
                  <a:pt x="1437153" y="3106869"/>
                </a:lnTo>
                <a:lnTo>
                  <a:pt x="1482577" y="3119005"/>
                </a:lnTo>
                <a:lnTo>
                  <a:pt x="1528424" y="3130068"/>
                </a:lnTo>
                <a:lnTo>
                  <a:pt x="1574681" y="3140042"/>
                </a:lnTo>
                <a:lnTo>
                  <a:pt x="1621333" y="3148914"/>
                </a:lnTo>
                <a:lnTo>
                  <a:pt x="1668367" y="3156670"/>
                </a:lnTo>
                <a:lnTo>
                  <a:pt x="1715767" y="3163296"/>
                </a:lnTo>
                <a:lnTo>
                  <a:pt x="1763521" y="3168777"/>
                </a:lnTo>
                <a:lnTo>
                  <a:pt x="1964435" y="3179064"/>
                </a:lnTo>
                <a:lnTo>
                  <a:pt x="1964435" y="0"/>
                </a:lnTo>
                <a:close/>
              </a:path>
            </a:pathLst>
          </a:custGeom>
          <a:solidFill>
            <a:srgbClr val="0068FF"/>
          </a:solidFill>
        </p:spPr>
        <p:txBody>
          <a:bodyPr wrap="square" lIns="0" tIns="0" rIns="0" bIns="0" rtlCol="0"/>
          <a:lstStyle/>
          <a:p/>
        </p:txBody>
      </p:sp>
      <p:sp>
        <p:nvSpPr>
          <p:cNvPr id="8" name="object 8"/>
          <p:cNvSpPr>
            <a:spLocks noGrp="1" noEditPoints="1"/>
          </p:cNvSpPr>
          <p:nvPr>
            <p:ph type="title"/>
          </p:nvPr>
        </p:nvSpPr>
        <p:spPr>
          <a:xfrm>
            <a:off x="1246428" y="2516504"/>
            <a:ext cx="3834129" cy="915130"/>
          </a:xfrm>
          <a:prstGeom prst="rect">
            <a:avLst/>
          </a:prstGeom>
        </p:spPr>
        <p:txBody>
          <a:bodyPr vert="horz" wrap="square" lIns="0" tIns="12700" rIns="0" bIns="0" rtlCol="0">
            <a:spAutoFit/>
          </a:bodyPr>
          <a:lstStyle/>
          <a:p>
            <a:pPr marL="12700">
              <a:lnSpc>
                <a:spcPct val="100000"/>
              </a:lnSpc>
              <a:spcBef>
                <a:spcPts val="100"/>
              </a:spcBef>
            </a:pPr>
            <a:r>
              <a:rPr spc="-5" dirty="0">
                <a:solidFill>
                  <a:schemeClr val="bg1"/>
                </a:solidFill>
              </a:rPr>
              <a:t>Thank</a:t>
            </a:r>
            <a:r>
              <a:rPr spc="-90" dirty="0">
                <a:solidFill>
                  <a:schemeClr val="bg1"/>
                </a:solidFill>
              </a:rPr>
              <a:t> </a:t>
            </a:r>
            <a:r>
              <a:rPr dirty="0">
                <a:solidFill>
                  <a:schemeClr val="bg1"/>
                </a:solidFill>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Sales Data Analysis</dc:title>
  <dc:creator>NAVEEN SRINIVASAN</dc:creator>
  <dcterms:created xsi:type="dcterms:W3CDTF">2024-06-21T14:05:33Z</dcterms:created>
  <dcterms:modified xsi:type="dcterms:W3CDTF">2024-06-22T18:54:57Z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2024-02-24T00:00:00Z</vt:filetime>
  </property>
  <property fmtid="{D5CDD505-2E9C-101B-9397-08002B2CF9AE}" pid="3" name="Creator">
    <vt:lpwstr>Microsoft® PowerPoint® LTSC</vt:lpwstr>
  </property>
  <property fmtid="{D5CDD505-2E9C-101B-9397-08002B2CF9AE}" pid="4" name="LastSaved">
    <vt:filetime>2024-06-21T00:00:00Z</vt:filetime>
  </property>
</Properties>
</file>